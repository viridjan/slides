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5.xml"/><Relationship Id="rId33" Type="http://schemas.openxmlformats.org/officeDocument/2006/relationships/font" Target="fonts/Lato-regular.fntdata"/><Relationship Id="rId10" Type="http://schemas.openxmlformats.org/officeDocument/2006/relationships/slide" Target="slides/slide4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7.xml"/><Relationship Id="rId35" Type="http://schemas.openxmlformats.org/officeDocument/2006/relationships/font" Target="fonts/Lato-italic.fntdata"/><Relationship Id="rId12" Type="http://schemas.openxmlformats.org/officeDocument/2006/relationships/slide" Target="slides/slide6.xml"/><Relationship Id="rId34" Type="http://schemas.openxmlformats.org/officeDocument/2006/relationships/font" Target="fonts/La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La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22f5f8c1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22f5f8c1c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2f5f8c1c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22f5f8c1c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2f5f8c1c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22f5f8c1c_2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22f5f8c1c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e22f5f8c1c_2_9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2f5f8c1c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22f5f8c1c_2_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22f5f8c1c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22f5f8c1c_2_10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2f5f8c1c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22f5f8c1c_2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22f5f8c1c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22f5f8c1c_2_1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22f5f8c1c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22f5f8c1c_2_1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22f5f8c1c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22f5f8c1c_2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22f5f8c1c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22f5f8c1c_2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22f5f8c1c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e22f5f8c1c_2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22f5f8c1c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22f5f8c1c_2_1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22f5f8c1c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22f5f8c1c_2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2f5f8c1c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e22f5f8c1c_2_1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22f5f8c1c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22f5f8c1c_2_1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22f5f8c1c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22f5f8c1c_2_1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22f5f8c1c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22f5f8c1c_2_1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22f5f8c1c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22f5f8c1c_2_1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22f5f8c1c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22f5f8c1c_2_1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e22f5f8c1c_2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22f5f8c1c_2_1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Fogli di calcolo</a:t>
            </a:r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Titolo corso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Google Sheets: organizzare, analizzare e condividere dati</a:t>
            </a:r>
            <a:br>
              <a:rPr lang="en" sz="2000"/>
            </a:br>
            <a:br>
              <a:rPr lang="en" sz="2000"/>
            </a:br>
            <a:r>
              <a:rPr lang="en" sz="2000"/>
              <a:t>Un’introduzione pratica ai fogli di calcolo moderni con particolare attenzione a Google Sheets e ai suoi strumenti principali.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Cos’è Google Sheets?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Google Sheets è un’applicazione online sviluppata da Google che permette di creare fogli di calcolo direttamente dal browser. Può essere utilizzato per organizzare dati, eseguire calcoli automatici, creare grafici e collaborare con altre persone in tempo reale.</a:t>
            </a:r>
            <a:br>
              <a:rPr lang="en" sz="2000"/>
            </a:br>
            <a:br>
              <a:rPr lang="en" sz="2000"/>
            </a:br>
            <a:r>
              <a:rPr lang="en" sz="2000"/>
              <a:t>Excel offre funzionalità molto simili, ma Google Sheets si distingue soprattutto per l’integrazione con il cloud e per la semplicità della collaborazione online.</a:t>
            </a:r>
            <a:endParaRPr/>
          </a:p>
        </p:txBody>
      </p:sp>
      <p:pic>
        <p:nvPicPr>
          <p:cNvPr descr="example_0.png"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Perché utilizzare un foglio di calcolo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I fogli di calcolo vengono utilizzati in moltissimi contesti lavorativi e personali. Possono servire per gestire appuntamenti, creare inventari, monitorare spese, organizzare clienti oppure analizzare statistiche.</a:t>
            </a:r>
            <a:br>
              <a:rPr lang="en" sz="2000"/>
            </a:br>
            <a:br>
              <a:rPr lang="en" sz="2000"/>
            </a:br>
            <a:r>
              <a:rPr lang="en" sz="2000"/>
              <a:t>Uno dei principali vantaggi di Google Sheets è il salvataggio automatico online, che permette di accedere ai propri documenti da qualsiasi dispositivo.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Struttura del foglio di calcolo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Un foglio di calcolo è organizzato in righe e colonne. Le colonne sono identificate da lettere, mentre le righe utilizzano numeri. L’incrocio tra una riga e una colonna prende il nome di cella.</a:t>
            </a:r>
            <a:br>
              <a:rPr lang="en" sz="2000"/>
            </a:br>
            <a:br>
              <a:rPr lang="en" sz="2000"/>
            </a:br>
            <a:r>
              <a:rPr lang="en" sz="2000"/>
              <a:t>Ogni cella possiede un riferimento preciso, come A1 oppure C5. Quando lavoriamo su più celle contemporaneamente utilizziamo invece gli intervalli, ad esempio A1:C10.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Inserimento dati e formattazione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All’interno di Google Sheets possiamo inserire testo, numeri, date e formule. La formattazione permette di rendere i dati più leggibili e professionali modificando colori, bordi, font e allineamenti.</a:t>
            </a:r>
            <a:br>
              <a:rPr lang="en" sz="2000"/>
            </a:br>
            <a:br>
              <a:rPr lang="en" sz="2000"/>
            </a:br>
            <a:r>
              <a:rPr lang="en" sz="2000"/>
              <a:t>Una buona organizzazione visiva aiuta a comprendere rapidamente le informazioni e riduce il rischio di errori durante il lavoro.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Introduzione alle formule</a:t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Le formule sono uno degli strumenti più importanti dei fogli di calcolo perché consentono di automatizzare i calcoli. Ogni formula deve iniziare con il simbolo '=' e può utilizzare riferimenti alle celle.</a:t>
            </a:r>
            <a:br>
              <a:rPr lang="en" sz="2000"/>
            </a:br>
            <a:br>
              <a:rPr lang="en" sz="2000"/>
            </a:br>
            <a:r>
              <a:rPr lang="en" sz="2000"/>
              <a:t>Ad esempio, la formula =A1+B1 somma automaticamente il contenuto delle celle A1 e B1. Quando i dati cambiano, il risultato della formula si aggiorna automaticamente.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Le funzioni più utilizzate</a:t>
            </a:r>
            <a:endParaRPr/>
          </a:p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Le funzioni permettono di eseguire operazioni già pronte senza scrivere formule complesse manualmente. Tra le più utilizzate troviamo SOMMA, che aggiunge valori numerici, MEDIA, che calcola il valore medio, e MIN e MAX, che individuano rispettivamente il valore più piccolo e quello più grande.</a:t>
            </a:r>
            <a:br>
              <a:rPr lang="en" sz="2000"/>
            </a:br>
            <a:br>
              <a:rPr lang="en" sz="2000"/>
            </a:br>
            <a:r>
              <a:rPr lang="en" sz="2000"/>
              <a:t>Un’altra funzione molto utile è CONTA.VALORI, che conta automaticamente tutte le celle non vuote di un intervallo.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Creare e gestire tabelle</a:t>
            </a:r>
            <a:endParaRPr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Le tabelle servono a organizzare grandi quantità di dati in modo chiaro e ordinato. Utilizzare intestazioni corrette aiuta a comprendere rapidamente il contenuto delle colonne.</a:t>
            </a:r>
            <a:br>
              <a:rPr lang="en" sz="2000"/>
            </a:br>
            <a:br>
              <a:rPr lang="en" sz="2000"/>
            </a:br>
            <a:r>
              <a:rPr lang="en" sz="2000"/>
              <a:t>Google Sheets permette inoltre di applicare colori alternati, filtri e ordinamenti automatici per migliorare ulteriormente la leggibilità.</a:t>
            </a:r>
            <a:endParaRPr/>
          </a:p>
        </p:txBody>
      </p:sp>
      <p:pic>
        <p:nvPicPr>
          <p:cNvPr descr="example_1.png" id="198" name="Google Shape;1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Ordinamento e filtri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L’ordinamento consente di organizzare i dati alfabeticamente, numericamente oppure in base alle date. I filtri permettono invece di visualizzare soltanto le informazioni che rispettano determinate condizioni.</a:t>
            </a:r>
            <a:br>
              <a:rPr lang="en" sz="2000"/>
            </a:br>
            <a:br>
              <a:rPr lang="en" sz="2000"/>
            </a:br>
            <a:r>
              <a:rPr lang="en" sz="2000"/>
              <a:t>Ad esempio, possiamo mostrare soltanto i clienti di una specifica città oppure i prodotti con un prezzo superiore a un certo valore.</a:t>
            </a:r>
            <a:endParaRPr/>
          </a:p>
        </p:txBody>
      </p:sp>
      <p:pic>
        <p:nvPicPr>
          <p:cNvPr descr="example_2.png" id="205" name="Google Shape;20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Le Tabelle Pivot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Le tabelle pivot sono strumenti avanzati che permettono di riassumere automaticamente grandi quantità di dati. Sono molto utilizzate per creare statistiche e report senza modificare manualmente le informazioni originali.</a:t>
            </a:r>
            <a:br>
              <a:rPr lang="en" sz="2000"/>
            </a:br>
            <a:br>
              <a:rPr lang="en" sz="2000"/>
            </a:br>
            <a:r>
              <a:rPr lang="en" sz="2000"/>
              <a:t>Con una pivot possiamo ad esempio visualizzare le vendite mensili, il numero di clienti per categoria oppure gli incassi totali.</a:t>
            </a:r>
            <a:endParaRPr/>
          </a:p>
        </p:txBody>
      </p:sp>
      <p:pic>
        <p:nvPicPr>
          <p:cNvPr descr="example_3.png" id="212" name="Google Shape;2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Come trovare nuove funzioni</a:t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Non è necessario ricordare tutte le formule a memoria. Google Sheets suggerisce automaticamente molte funzioni durante la scrittura e offre una documentazione molto completa.</a:t>
            </a:r>
            <a:br>
              <a:rPr lang="en" sz="2000"/>
            </a:br>
            <a:br>
              <a:rPr lang="en" sz="2000"/>
            </a:br>
            <a:r>
              <a:rPr lang="en" sz="2000"/>
              <a:t>Spesso è sufficiente descrivere online il problema che vogliamo risolvere per trovare rapidamente la funzione più adatta.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La funzione FILTER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La funzione FILTER permette di estrarre automaticamente solo i dati che rispettano determinate condizioni. A differenza dei filtri manuali, i risultati vengono aggiornati automaticamente quando cambiano i dati originali.</a:t>
            </a:r>
            <a:br>
              <a:rPr lang="en" sz="2000"/>
            </a:br>
            <a:br>
              <a:rPr lang="en" sz="2000"/>
            </a:br>
            <a:r>
              <a:rPr lang="en" sz="2000"/>
              <a:t>Ad esempio, possiamo creare un elenco che mostri soltanto i clienti di Roma oppure i prodotti appartenenti a una specifica categoria.</a:t>
            </a:r>
            <a:endParaRPr/>
          </a:p>
        </p:txBody>
      </p:sp>
      <p:pic>
        <p:nvPicPr>
          <p:cNvPr descr="example_4.png" id="225" name="Google Shape;22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FILTER e CERCA.VERT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CERCA.VERT è una funzione storica utilizzata per cercare un singolo valore all’interno di una tabella. FILTER è invece molto più flessibile perché può restituire interi gruppi di righe e aggiornarsi dinamicamente.</a:t>
            </a:r>
            <a:br>
              <a:rPr lang="en" sz="2000"/>
            </a:br>
            <a:br>
              <a:rPr lang="en" sz="2000"/>
            </a:br>
            <a:r>
              <a:rPr lang="en" sz="2000"/>
              <a:t>Per questo motivo FILTER viene spesso preferita nelle soluzioni moderne basate su dati dinamici.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ARRAY.CONSTRAIN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ARRAY.CONSTRAIN permette di limitare il numero di righe o colonne restituite da una formula. Questa funzione è particolarmente utile quando vogliamo mostrare soltanto una parte dei risultati, come nelle dashboard o nelle anteprime dati.</a:t>
            </a:r>
            <a:br>
              <a:rPr lang="en" sz="2000"/>
            </a:br>
            <a:br>
              <a:rPr lang="en" sz="2000"/>
            </a:br>
            <a:r>
              <a:rPr lang="en" sz="2000"/>
              <a:t>Ad esempio, possiamo visualizzare soltanto i primi cinque risultati di una ricerca automatica.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MATCH e INDEX</a:t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MATCH serve a trovare la posizione di un valore all’interno di un intervallo, mentre INDEX restituisce il valore presente in una posizione specifica.</a:t>
            </a:r>
            <a:br>
              <a:rPr lang="en" sz="2000"/>
            </a:br>
            <a:br>
              <a:rPr lang="en" sz="2000"/>
            </a:br>
            <a:r>
              <a:rPr lang="en" sz="2000"/>
              <a:t>Utilizzate insieme, queste funzioni permettono ricerche molto più flessibili rispetto a CERCA.VERT e funzionano meglio anche con tabelle più complesse.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ARRAYFORMULA</a:t>
            </a:r>
            <a:endParaRPr/>
          </a:p>
        </p:txBody>
      </p:sp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ARRAYFORMULA consente di applicare automaticamente una formula a un’intera colonna senza dover trascinare manualmente le formule in ogni riga.</a:t>
            </a:r>
            <a:br>
              <a:rPr lang="en" sz="2000"/>
            </a:br>
            <a:br>
              <a:rPr lang="en" sz="2000"/>
            </a:br>
            <a:r>
              <a:rPr lang="en" sz="2000"/>
              <a:t>Questo approccio rende le tabelle più dinamiche, riduce gli errori manuali e facilita il lavoro nei documenti condivisi.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LET e BYROW</a:t>
            </a:r>
            <a:endParaRPr/>
          </a:p>
        </p:txBody>
      </p:sp>
      <p:sp>
        <p:nvSpPr>
          <p:cNvPr id="255" name="Google Shape;255;p4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La funzione LET permette di creare variabili all’interno delle formule, rendendo i calcoli più leggibili e facili da modificare. BYROW invece applica automaticamente una formula a ogni riga di un intervallo.</a:t>
            </a:r>
            <a:br>
              <a:rPr lang="en" sz="2000"/>
            </a:br>
            <a:br>
              <a:rPr lang="en" sz="2000"/>
            </a:br>
            <a:r>
              <a:rPr lang="en" sz="2000"/>
              <a:t>Queste funzioni moderne aiutano a creare fogli più ordinati, automatizzati e semplici da mantenere nel tempo.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Condivisione e pubblicazione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Uno dei principali vantaggi di Google Sheets è la collaborazione in tempo reale. Possiamo condividere un documento permettendo agli altri utenti di modificarlo, commentarlo oppure visualizzarlo solamente.</a:t>
            </a:r>
            <a:br>
              <a:rPr lang="en" sz="2000"/>
            </a:br>
            <a:br>
              <a:rPr lang="en" sz="2000"/>
            </a:br>
            <a:r>
              <a:rPr lang="en" sz="2000"/>
              <a:t>È inoltre possibile pubblicare un foglio sul Web tramite link pubblico, facendo però attenzione a non condividere dati sensibili.</a:t>
            </a:r>
            <a:endParaRPr/>
          </a:p>
        </p:txBody>
      </p:sp>
      <p:pic>
        <p:nvPicPr>
          <p:cNvPr descr="example_5.png" id="262" name="Google Shape;2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77340"/>
            <a:ext cx="205740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Macro e Google Apps Script</a:t>
            </a:r>
            <a:endParaRPr/>
          </a:p>
        </p:txBody>
      </p:sp>
      <p:sp>
        <p:nvSpPr>
          <p:cNvPr id="268" name="Google Shape;268;p4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Le macro permettono di automatizzare operazioni ripetitive registrando le azioni effettuate dall’utente. Google Apps Script offre invece strumenti più avanzati basati su JavaScript per creare automazioni personalizzate.</a:t>
            </a:r>
            <a:br>
              <a:rPr lang="en" sz="2000"/>
            </a:br>
            <a:br>
              <a:rPr lang="en" sz="2000"/>
            </a:br>
            <a:r>
              <a:rPr lang="en" sz="2000"/>
              <a:t>Anche senza essere programmatori esperti è possibile creare strumenti molto utili per velocizzare il lavoro quotidiano.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Esercizio finale</a:t>
            </a:r>
            <a:endParaRPr/>
          </a:p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L’esercizio conclusivo prevede la creazione di un foglio completo contenente una tabella organizzata, formule automatiche, una funzione FILTER, una tabella pivot e la condivisione del documento con altri utenti.</a:t>
            </a:r>
            <a:br>
              <a:rPr lang="en" sz="2000"/>
            </a:br>
            <a:br>
              <a:rPr lang="en" sz="2000"/>
            </a:br>
            <a:r>
              <a:rPr lang="en" sz="2000"/>
              <a:t>L’obiettivo è applicare concretamente tutti i concetti affrontati durante il corso.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" sz="2800"/>
              <a:t>Conclusione</a:t>
            </a:r>
            <a:endParaRPr/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/>
              <a:t>Google Sheets è uno strumento estremamente versatile che permette di organizzare, analizzare e condividere informazioni in modo semplice ed efficace.</a:t>
            </a:r>
            <a:br>
              <a:rPr lang="en" sz="2000"/>
            </a:br>
            <a:br>
              <a:rPr lang="en" sz="2000"/>
            </a:br>
            <a:r>
              <a:rPr lang="en" sz="2000"/>
              <a:t>Con la pratica è possibile automatizzare molte attività quotidiane e migliorare notevolmente la gestione dei dati.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