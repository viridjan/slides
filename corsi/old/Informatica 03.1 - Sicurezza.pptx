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d73bf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d73bf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8f8f3bb5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8f8f3bb5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f8f3bb5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8f8f3bb5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f8f3bb5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8f8f3bb5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f8f3bb5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8f8f3bb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f8f3bb5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8f8f3bb5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8f8f3bb5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8f8f3bb5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8f8f3bb5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8f8f3bb5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8f8f3bb5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8f8f3bb5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8f8f3bb5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8f8f3bb5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8f8f3bb5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8f8f3bb5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8f8f3bb5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8f8f3bb5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8f8f3bb5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8f8f3bb5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8f8f3bb5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8f8f3bb5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8f8f3bb5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8f8f3bb5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8f8f3bb5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8f8f3bb5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8f8f3bb51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8f8f3bb5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Sicurezza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Identità digitale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privata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professionale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si distinguono per il contesto e le finalità.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L'identità digitale privata riflette aspetti personali e interessi, ma anche relazioni sentimentali e familiari.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L'identità digitale professionale riguarda la rappresentazione online legata al lavoro, è focalizzata sulle competenze, esperienze e connessioni lavorative.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Mantenere distinte le identità è essenziale per costruire una reputazione personale positiva.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7" name="Google Shape;8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 distinte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Dobbiamo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sempre mostrare l’immagine migliore possibile di me 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nostri clienti o ai nostri superiori sul posto di lavoro.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Allo stesso tempo è giusto tutelare la nostra privacy e i nostri interessi.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Sarebbe uno spreco perdere un lavoro perché il capo tifa un’altra squadra o perché ha convinzioni politiche diverse dalla mia, allo stesso modo ai clienti non deve interessare cosa faccio la sera, chi sono i miei parenti e come mi sono vestito all’ultima festa dove sono andato.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250"/>
            <a:ext cx="2139900" cy="2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4100" y="3003600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7" name="Google Shape;97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 distinte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Non è vantaggioso far sapere al capo o a un paziente che ha un appuntamento alle 8 del mattino che stavi bevendo ad una festa 4 ore prima!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250"/>
            <a:ext cx="2139900" cy="21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4100" y="3003600"/>
            <a:ext cx="2139900" cy="2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qualsiasi utilizzo professionale ha sempre senso utilizzare un indirizzo che sia il più semplice e facile da ricordare possibile.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nome.cognome@sito.com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x.cognome@sito.com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nome_nomestudio@sito.com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 le rispettive varianti sono sempre le soluzioni migliori possibili per un indirizzo mail professionale.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 tutto il rispetto per hobbies e personalità, farei fatica ad assumere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stellinaBiricchina203@pokemontrainer.it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Michelepazzainteramala@googl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e.com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08" name="Google Shape;108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5583499" y="912275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 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digitale: mail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2" name="Google Shape;112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1400799" y="3531526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8" name="Google Shape;118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5583499" y="912275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 digitale: PEC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18"/>
          <p:cNvSpPr txBox="1"/>
          <p:nvPr>
            <p:ph idx="4294967295" type="body"/>
          </p:nvPr>
        </p:nvSpPr>
        <p:spPr>
          <a:xfrm>
            <a:off x="2855550" y="1304211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PEC (Posta Elettronica Certificata) è uno strumento che non può mancare per un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proprietario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di un’attività.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PEC ha valore di raccomandata e identifica in modo univoco una persona (serve la carta d’identità o la registrazione alla camera di commercio per attivarla), non deve essere per nessun motivo ceduta o prestata ad altri.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Molte attività legate alla gestione di un’ attività commerciale collegate a camera di commercio, contenziosi con fornitori ecc., così come le comunicazioni per la partecipazioni a bandi e finanziamenti avvengono via PEC.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3" name="Google Shape;123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1400799" y="3531526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L'acronimo SPID sta per "Sistema Pubblico di Identità Digitale". Si tratta di un sistema italiano che fornisce un'identità digitale unica e valida per accedere in modo sicuro e semplificato ai servizi online della pubblica amministrazione, delle aziende e degli enti che aderiscono al sistema.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Questa iniziativa mira a semplificare le interazioni digitali tra cittadini, imprese e l'amministrazione pubblica in Italia.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Esistono 3 livelli diversi di SPID, necessari in base alle necessità di dati personali per accedere ai vari servizi. La carta d’identità elettronica vale come SPID di livello 1.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0" name="Google Shape;130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5583499" y="912275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Identita’ digitale: SPID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4" name="Google Shape;134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1400799" y="3531526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mail professionali ben scritte sono: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Brevi  (non sprechiamo tempo di chi legge)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Formali (rispettiamo il lettore)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Chiare  (un paio di argomenti per email)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Educate (in digitale non si capisce «il tono»)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Destinatari: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‘A:’ vanno solo i destinatari principali, o il mittente del messaggio originale in caso di risposta;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‘Cc:’ (copia carbone) vanno inserite le persone a cui ‘dovrebbe interessare’ il contenuto della email, ma non sono coinvolti direttamente.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‘Ccn:’ (copia carbone nascosta) vanno inserite le persone che devono leggere la mail, ma non compariranno nella lista dei destinatari.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ci sono più destinatari basta separarli con un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;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1" name="Google Shape;141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120799" y="85275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2855550" y="3698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Inviare una mail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5" name="Google Shape;145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base a come scegliamo di comunicare con i clienti utilizzeremo un diverso registro comunicativo.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parole scelte, i modi e la cura con cui scegliamo di passare informazioni al cliente ci aiutano ad aumentare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la percezione della nostra abilità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registro troppo rude o eccessivamente informale  ci fa sembrare  poco capaci e poco professionali, e solitamente si trasforma in una paga inferiore (poiché ci pensano come degli apprendisti e non dei professionisti del settore)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registro molto confidenziale, spesso è utile a legare con il cliente ma non sempre è il più sicuro in termini di rispetto della privacy tanto nostra quanto del cliente.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registro  Informale e amichevole aiuta il cliente a sentirsi a suo agio all’interno del luogo, e aumenta la sua fiducia nei nostri confronti, poiché ci penserà in grado di comprendere i suoi bisogni.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52" name="Google Shape;152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218474" y="123130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Registri di comunicazione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6" name="Google Shape;156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2" name="Google Shape;162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218474" y="123130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Registri di comunicazione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6" name="Google Shape;166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base a come scegliamo di comunicare con i clienti utilizzeremo un diverso registro comunicativo.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parole scelte, i modi e la cura con cui scegliamo di passare informazioni al cliente ci aiutano ad aumentare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la percezione della nostra abilità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registro Formale è meno empatico con il cliente ma trasmette competenza e intelletto superiore, è importante da usare con persone che non si conoscono molto o con le quali si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interessati a collaborare in futuro.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registro molto formale, è sconsigliato da utilizzare con i clienti poiché ci fa sembrare eccessivamente pomposi e ossequiosi, ma è fondamentale quando ci si trova a dover comunicare con istituzioni o altri enti. Trasmette professionalità e competenza, e solitamente si tratta di «conversazioni di livello alto».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lin ang="5400012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3" name="Google Shape;173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218474" y="123130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Esercitazione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800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100" y="2976514"/>
            <a:ext cx="2139901" cy="2166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7" name="Google Shape;177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Inviare 3 email diverse, ognuna ad almeno 3 contatti differenti, dei quali 1 in copia  nella quale si chiedono informazioni sulla possibilità di ricevere un anticipo delle spese da sostenere ( circa 500€ totali ) per partecipare ad un corso di aggiornamento a Roma. 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email devono utilizzare registri diversi sulla base dei destinatari.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destinatari possibili sono :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tua collega e amica Marta con la quale siete proprietarie da 5 anni del centro estetico. (E’ denaro di un fondo comune)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tuo superiore, più giovane di te con il quale c’è un buon rapporto di amicizia anche extra lavorativo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direzione del franchise di attività della quale fai parte e che solitamente fornisce e finanzia la formazione dei suoi lavoratori.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L’ufficio Formazione della Regione Puglia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4" name="Google Shape;184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6218474" y="123130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Identificarsi con l’azienda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86" name="Google Shape;186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Ogni volta che comunichiamo all’interno dell’ambiente lavorativo non stiamo parlando solo per nostro conto, ma di fatto stiamo parlando anche per conto dell’attività lavorativa di cui facciamo parte.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 in situazioni normali questa non è una cosa importante, le nostre opinioni personali non devono essere scambiate con le opinioni dell’azienda.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Opinioni politiche diverse, considerazioni sull’inclusività, o su temi ecologici o su colleghi che lavorano con noi dovrebbero rimanere nell’ambito strettamente privato, con i nostri clienti e/o fornitori di merci e servizi dobbiamo limitarci a quello che gli inglesi chiamano “small talk”, ovvero le chiacchiere da ascensore su argomenti leggeri e che non vanno ad urtare la sensibilità delle persone.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690" y="162725"/>
            <a:ext cx="4254619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3" name="Google Shape;193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172833">
            <a:off x="5709949" y="852750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2119500" y="369900"/>
            <a:ext cx="4905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Account aziendale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95" name="Google Shape;195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1306249" y="3568551"/>
            <a:ext cx="2071999" cy="73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4294967295" type="body"/>
          </p:nvPr>
        </p:nvSpPr>
        <p:spPr>
          <a:xfrm>
            <a:off x="2785050" y="1059975"/>
            <a:ext cx="3573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Gli account aziendali ti permettono di accedere ai dati di cui devi disporre per lavorare in modo efficace.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tuo nome utente e password devono rimanere privati e devi sempre disconnetterti a fine turno.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 gestionali registrano chi esegue ogni azione sugli archivi dati, è quindi importante non permettere ad altri di agire per tuo conto in digitale, per prevenire problemi di qualsiasi genere.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6325" y="3676476"/>
            <a:ext cx="3727677" cy="14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3" name="Google Shape;203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Sicurezza dei dati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" name="Google Shape;205;p2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Dati sensibili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Nomi e Patologie dei pazienti sono dati sensibili  e vanno gestiti in modo adeguato ai sensi delle leggi sulla privacy europee (GDPR).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Gestione anonima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Questi dati possono essere gestiti in locale in forma completa, e in globale in forma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resa anonima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(es. solo le iniziali, o dati parziali / aggregati).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1" name="Google Shape;211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Sicurezza dei dati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3" name="Google Shape;213;p2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Destinatari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fondamentale aver chiaro chi sono i destinatari che possono conoscere i dati sensibili.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Privacy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Attenti a non sottovalutare questo tipo di conversazioni anche fatte alle macchinette del caffè. Essere responsabili di una fuga di dati è potenzialmente un reato.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Sempre per il concetto delle identità distinte è consigliato avere un numero (se non proprio un telefono) per le attività aziendali e uno per le attività private.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Definire turni di lavoro nei quali sei reperibile per i pazienti ma non per amici e familiari (se non per emergenze) e momenti di riposo nei quali  i superiori o i pazienti riceveranno solo messaggi automatici con la promessa di essere ricontattati e una lista degli orari di attività.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Avere un equilibrio sano tra vita e lavoro permette di essere efficiente durante i momenti nei quali serve il tuo massimo impegno lavorativo, e di riposare in modo adeguato quando devi curarti della tua vita privata.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20" name="Google Shape;220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107196">
            <a:off x="6500200" y="933475"/>
            <a:ext cx="2071999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2674050" y="369900"/>
            <a:ext cx="379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Numeri di telefono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22" name="Google Shape;222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password manager è un software progettato per memorizzare, gestire e proteggere in modo sicuro le credenziali di accesso agli account online, come username e password.  Funziona come una cassaforte digitale crittografata, dove tutte le informazioni sensibili vengono archiviate in modo sicuro e accessibili solo tramite una master password (o un sistema biometrico).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29" name="Google Shape;229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107196">
            <a:off x="6500200" y="933475"/>
            <a:ext cx="2071999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/>
        </p:nvSpPr>
        <p:spPr>
          <a:xfrm>
            <a:off x="2674050" y="369900"/>
            <a:ext cx="379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Password manager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31" name="Google Shape;231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funziona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Archiviazione sicura: Le password vengono crittografate con algoritmi avanzati prima di essere salvate, garantendo che solo l'utente autorizzato possa decifrarle.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Autocompilazione: Quando si accede a un sito o app, il password manager inserisce automaticamente i dati di accesso, semplificando il login.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Sincronizzazione: I migliori servizi sincronizzano i dati tra tutti i dispositivi (PC, smartphone, tablet) tramite il cloud, con protezione a zero-knowledge, cioè i dati sono cifrati sul dispositivo prima di essere inviati al server.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38" name="Google Shape;238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107196">
            <a:off x="6500200" y="933475"/>
            <a:ext cx="2071999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2674050" y="369900"/>
            <a:ext cx="379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Password manager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0" name="Google Shape;240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725" y="162725"/>
            <a:ext cx="55465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 txBox="1"/>
          <p:nvPr>
            <p:ph idx="4294967295" type="body"/>
          </p:nvPr>
        </p:nvSpPr>
        <p:spPr>
          <a:xfrm>
            <a:off x="2099100" y="1059975"/>
            <a:ext cx="49458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Perché usarlo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Riduce il rischio di attacchi informatici legati al riutilizzo o alla debolezza delle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Aiuta a gestire centinaia di account senza dover ricordare ogni password.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Permette di salvare anche dati aggiuntivi come informazioni di pagamento, documenti o codici di autenticazione a due fattori.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7" name="Google Shape;247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7107196">
            <a:off x="6500200" y="933475"/>
            <a:ext cx="2071999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1"/>
          <p:cNvSpPr txBox="1"/>
          <p:nvPr/>
        </p:nvSpPr>
        <p:spPr>
          <a:xfrm>
            <a:off x="2674050" y="369900"/>
            <a:ext cx="379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Password manager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49" name="Google Shape;249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947131">
            <a:off x="716974" y="3617001"/>
            <a:ext cx="2071999" cy="73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