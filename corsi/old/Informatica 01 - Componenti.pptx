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7d42396c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7d42396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7d42396c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7d42396c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d42396c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7d42396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7d42396c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7d42396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d42396c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d42396c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d42396c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d42396c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7d42396c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7d42396c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7d42396c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7d42396c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7d42396c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7d42396c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7d42396c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7d42396c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7d42396c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7d42396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d42396c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d42396c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d54e28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7d54e28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7d54e289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7d54e289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80a46a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80a46a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7d54e28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7d54e28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7d54e28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7d54e28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7d54e289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7d54e28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7d54e289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7d54e289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dell.com/support/kbdoc/it-it/000132029/guida-alle-porte-esterne-e-ai-connettori-disponibili-in-un-computer-dell" TargetMode="External"/><Relationship Id="rId6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Cosa e’ un PC?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Personal Computer, spesso abbreviato come PC, è un tipo di computer progettato per l'uso individuale da parte di una persona.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un dispositivo elettronico che può essere utilizzato per svolgere varie attività come scrivere documenti, navigare su Internet, partecipare a lezioni, call e conferenze, guardare e produrre video/grafiche, giocare ecc.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Il termine ‘Personal’ indica che è destinato all'uso di un singolo utente per volta, a differenza dei computer più grandi progettati per scopi aziendali o industriali, e di altri dispositivi elettronici.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8" name="Google Shape;88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Cosa e’ un PC?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Possiamo suddividere qualsiasi cosa sia relativa ai computer in due categorie: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Hardware e Software.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7" name="Google Shape;97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Cosa e’ un PC?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L’hardware rappresenta gli aspetti fisici di un dispositivo (il corpo).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software si riferisce a tutti i programmi e le istruzioni che consentono al hardware di svolgere le sue funzioni (la mente).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Insieme, hardware e software lavorano per far funzionare un dispositivo elettronico.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6" name="Google Shape;106;p17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Hardware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termine "hardware" si riferisce a tutti i componenti fisici di un computer o di un dispositivo elettronico.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Questi sono gli elementi tangibili che puoi toccare e vedere. In poche parole, l’hardware è la parte fisica e materiale del tuo dispositivo.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Anche gli «accessori» di un PC sono considerati hardware.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4" name="Google Shape;114;p18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Hardware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1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Esempi comuni di hardware includono il processore, la memoria RAM, il disco rigido, la scheda madre, lo schermo, la tastiera e il mouse.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alcuni casi (PC portatili, Tablet, Smartphone) l’hardware è raggruppato in un unico dispositivo (non ci sono cavi che connettono i vari pezzi dell’hardware, ad eccezione del caricabatterie).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2" name="Google Shape;122;p19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Processore</a:t>
            </a:r>
            <a:r>
              <a:rPr b="1" lang="en" sz="1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(CPU)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/>
          <p:nvPr>
            <p:ph idx="4294967295" type="body"/>
          </p:nvPr>
        </p:nvSpPr>
        <p:spPr>
          <a:xfrm>
            <a:off x="2706950" y="1377475"/>
            <a:ext cx="3730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processore è a tutti gli effetti il "cervello" del computer.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Si occupa di elaborare le istruzioni e le operazioni necessarie per far funzionare il computer.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Ogni azione che viene richiesta da un utilizzatore o da un programma, passa dal processore per essere elaborata.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Quanto più potente è un processore tanto più velocemente le operazioni possono essere risolte.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computer vecchio è solitamente più lento perché il processore elabora più lentamente le richieste dei programmi.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075" y="162731"/>
            <a:ext cx="5063849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0" name="Google Shape;130;p2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30111">
            <a:off x="3339315" y="147140"/>
            <a:ext cx="2465370" cy="73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RAM</a:t>
            </a:r>
            <a:r>
              <a:rPr b="1" lang="en" sz="1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(Random Access Memory)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20"/>
          <p:cNvSpPr txBox="1"/>
          <p:nvPr>
            <p:ph idx="4294967295" type="body"/>
          </p:nvPr>
        </p:nvSpPr>
        <p:spPr>
          <a:xfrm>
            <a:off x="2352150" y="1377471"/>
            <a:ext cx="4439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memoria RAM è come la "memoria a breve termine" del computer. Conserva temporaneamente le informazioni con cui il computer sta attualmente lavorando.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spengo il computer il contenuto della RAM si svuota.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computer con poca RAM è lento quando una elaborazione richiede tanti dati da gestire (ad esempio, elaborazioni di foto e video ad alta risoluzione, o programmi per la gestione di musica o produzioni architettoniche (Cad.) e può bloccarsi completamente.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 momento la RAM per un PC fisso o portatile varia tra 8 e 32 Gigabyte , mentre per un tablet smartphone tra 4 e 12 Gigabyte.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075" y="162731"/>
            <a:ext cx="5063849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8" name="Google Shape;138;p21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30111">
            <a:off x="3339315" y="147140"/>
            <a:ext cx="2465370" cy="73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 disk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21"/>
          <p:cNvSpPr txBox="1"/>
          <p:nvPr>
            <p:ph idx="4294967295" type="body"/>
          </p:nvPr>
        </p:nvSpPr>
        <p:spPr>
          <a:xfrm>
            <a:off x="2352150" y="1377471"/>
            <a:ext cx="4439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L'hard disk è la "memoria a lungo termine" del computer, dove vengono conservati permanentemente il sistema operativo, i programmi e i file.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spengo il computer i file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nell’hard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disk non si cancellano.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Più grande è la dimensione dell’hard disk maggiore è la quantità di dati che posso conservare in modo permanente nel mio dispositivo.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075" y="162731"/>
            <a:ext cx="5063849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6" name="Google Shape;146;p22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30111">
            <a:off x="3339315" y="147140"/>
            <a:ext cx="2465370" cy="73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4294967295" type="body"/>
          </p:nvPr>
        </p:nvSpPr>
        <p:spPr>
          <a:xfrm>
            <a:off x="2352150" y="1377471"/>
            <a:ext cx="4439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Esistono al momento sul mercato 2 tipi di hard disk: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Hard Disc Drive (HDD) più lenti e grandi in dimensioni  ma più economici e solitamente in grado di memorizzare grandi quantità di dati a poco prezzo.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sottoposti a grossi shock elettrici o a campi magnetici forti possono «smagnetizzarsi» e perdere i dati.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Solid State Drive (SSD) più moderni, più veloci e più piccoli in dimensioni ma più costosi, vengono usati quando la velocità di risposta è un elemento fondamentale per l’elaborazione.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memorie USB e quelle delle macchine fotografiche professionali (Schede SD) sono parte della famiglia degli SSD.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 disk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075" y="162731"/>
            <a:ext cx="5063849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4" name="Google Shape;154;p23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30111">
            <a:off x="3339315" y="147140"/>
            <a:ext cx="2465370" cy="73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idx="4294967295" type="body"/>
          </p:nvPr>
        </p:nvSpPr>
        <p:spPr>
          <a:xfrm>
            <a:off x="2352150" y="1377471"/>
            <a:ext cx="4439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scheda madre collega e coordina tutte le altre parti del computer. È come il "centro di comando" che permette alle diverse componenti di comunicare tra loro.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la mappa di una città, mostra come collegare strade e edifici in modo che le persone possano spostarsi agevolmente.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Migliore è la scheda madre, migliori sono i componenti (processore, ram, dispositivi audio/video hard disk ecc.) che possono essere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installati.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buona scheda madre inoltre permette di collegare un numero maggiore di elementi al PC (ad esempio 2 o più schermi, 2 o più hard disk, 4 slot di RAM anziché 2, ecc.).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Scheda madre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2" name="Google Shape;162;p24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GPU</a:t>
            </a:r>
            <a:r>
              <a:rPr b="1" lang="en" sz="1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(scheda video)</a:t>
            </a:r>
            <a:endParaRPr b="1" sz="15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" name="Google Shape;164;p2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scheda video gestisce l'output visivo del computer, permettendo di vedere immagini e video sullo schermo, e indicando quanti dispositivi diversi posso collegare (es 2 o più schermi, schermo + tv, schermo + proiettore ecc.).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0" name="Google Shape;170;p25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Scheda audio</a:t>
            </a:r>
            <a:endParaRPr b="1" sz="15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2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scheda video gestisce l'output sonoro del computer, permettendo di ascoltare la musica, guardare i film ecc.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Spesso la scheda video e la scheda audio sono già integrati nella scheda madre, solo chi gioca o chi usa molta elaborazione grafica ha bisogno di schede dedicate.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8" name="Google Shape;178;p26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Alimentatore</a:t>
            </a:r>
            <a:endParaRPr b="1" sz="15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" name="Google Shape;180;p2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L'alimentatore fornisce l'energia elettrica necessaria per far funzionare il computer.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Nei dispositivi portatili l’alimentatore viene sostituito dalla coppia Batteria + Caricabatterie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6" name="Google Shape;186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Periferiche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2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Dispositivi di INput: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Tutti gli accessori del computer/tablet/smartphone che ci permettono di inviare informazioni alle app e ai programmi del computer sono detti dispositivi di input.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Tastiera, mouse, touchscreen, touchpad, webcam, microfoni, scanner, lettori di codici a barre sono tutti dispositivi di input.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5" name="Google Shape;195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Periferiche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7" name="Google Shape;197;p2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Dispositivi di OUTput: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Tutti gli accessori del computer / tablet / smartphone che ci permettono vedere o sentire i risultati delle nostre richieste fatte ad un programma di un PC.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Schermi, Casse audio, cuffie, stampanti sono tutti dispositivi di Output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lin ang="5400012" scaled="0"/>
        </a:gra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4" name="Google Shape;204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Porte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" name="Google Shape;206;p2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https://www.dell.com/support/kbdoc/it-it/000132029/guida-alle-porte-esterne-e-ai-connettori-disponibili-in-un-computer-dell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3" name="Google Shape;213;p3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Software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30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termine "software" si riferisce a tutti i programmi e le istruzioni che permettono al computer di eseguire compiti specifici.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Questi sono elementi immateriali che non puoi toccare fisicamente.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software include il sistema operativo (come Windows, MacOS o Linux), i programmi applicativi (come Microsoft Word, Photoshop, o giochi), nonché i firmware (detti anche driver) che servono per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controllare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le funzioni di base di un dispositivo (es. stampante, scanner, dispositivi medici).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1" name="Google Shape;221;p31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2747250" y="687400"/>
            <a:ext cx="3649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Sistema Operativo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oogle Shape;223;p31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sistema operativo è il software di base che controlla il computer e consente agli altri programmi di funzionare. Windows, MacOS, Android sono esempi di sistemi operativi.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Diverso il sistema operativo diversi i programmi (o le app) che funzionano per quel dispositivo (ad esempio Le app per iPhone/Mac non funzionano sui telefoni Android o sul Pc e viceversa proprio perché il sistema operativo è diverso).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Solitamente Windows è il più usato assieme ad Android in ambito professionale per il basso costo e la presenza di molte applicazioni (anche gratuite).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9" name="Google Shape;229;p32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2747250" y="687400"/>
            <a:ext cx="3649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Browser internet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1" name="Google Shape;231;p32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Browser web è un'applicazione che consente di accedere a Internet e visitare siti web.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Chrome, Firefox e Safari sono esempi di web browsers.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nome deriva dal verbo inglese To browse = Sfogliare.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7" name="Google Shape;237;p33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/>
          <p:nvPr/>
        </p:nvSpPr>
        <p:spPr>
          <a:xfrm>
            <a:off x="2747250" y="687400"/>
            <a:ext cx="3649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Suite ufficio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9" name="Google Shape;239;p33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suite office include programmi che aiutano a risolvere le principali necessità dell’utilizzo del PC come strumento per il lavoro.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Word per la scrittura, Excel per i fogli di calcolo e PowerPoint per le presentazioni sono esempi di programmi per l’ufficio.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