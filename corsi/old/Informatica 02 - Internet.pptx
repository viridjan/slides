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7d73bf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7d73bf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7d73bf1e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7d73bf1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7d73bf1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7d73bf1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7d73bf1e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7d73bf1e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7d73bf1e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7d73bf1e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7d73bf1e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7d73bf1e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7d73bf1e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7d73bf1e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7d73bf1e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7d73bf1e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d73bf1e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7d73bf1e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7d73bf1e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7d73bf1e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d73bf1e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d73bf1e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7d73bf1e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7d73bf1e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7d73bf1e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7d73bf1e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7d73bf1e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7d73bf1e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7d73bf1e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7d73bf1e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7d42396c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7d42396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Quella di essere sempre connessi è diventata una necessità dell’era digitale che viviamo.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connessioni possono avvenire attraverso diverse modalità, questa interconnessione consente a dispositivi elettronici di comunicare tra loro e con gli utilizzatori e di scambiare dati in modo efficiente, fornendo la base per il funzionamento di una vasta gamma di applicazioni e servizi.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8" name="Google Shape;88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Indipendentemente dal nostro ruolo professionale essere connessi in modo efficace significa avere accesso alle informazioni in modo ordinato, facile da memorizzare in digitale e facile da gestire in luoghi e modi diversi da più persone contemporaneamente.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00" y="291630"/>
            <a:ext cx="4254600" cy="258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7" name="Google Shape;97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449400" y="2762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768950" y="8162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6"/>
          <p:cNvSpPr txBox="1"/>
          <p:nvPr>
            <p:ph idx="4294967295" type="body"/>
          </p:nvPr>
        </p:nvSpPr>
        <p:spPr>
          <a:xfrm>
            <a:off x="768950" y="15063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Distinguiamo le diverse connessioni attraverso 2 caratteristiche: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Via Cavo vs.  Wireless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Locale vs. Globale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0" name="Google Shape;100;p16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5850" y="152400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550" y="162731"/>
            <a:ext cx="5764751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6" name="Google Shape;106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14304">
            <a:off x="2413849" y="146983"/>
            <a:ext cx="2806150" cy="73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1491229" y="687392"/>
            <a:ext cx="465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 via cavo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7"/>
          <p:cNvSpPr txBox="1"/>
          <p:nvPr>
            <p:ph idx="4294967295" type="body"/>
          </p:nvPr>
        </p:nvSpPr>
        <p:spPr>
          <a:xfrm>
            <a:off x="1491229" y="1377476"/>
            <a:ext cx="4651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connessioni via cavo per PC e macchinari comprendono diversi standard, ognuno con caratteristiche specifiche.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connessione USB è la più usata, pur esistendo diversi connettori (Usb-A, Mini Usb, Micro Usb, USB-C) è considerata universale. Funziona per moltissimi dispositivi come stampanti, tastiere, e unità di archiviazione.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connessioni HDMI (High-Definition Multimedia Interface) sono essenziali per il trasferimento di segnali audio e video ad alta definizione tra dispositivi, come monitor e televisori.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Alcuni dispositivi usano i cavi video VGA e DVI (spesso usati per proiettori e  2° schermo) o i cavi audio Jack (cuffie e casse audio) tecnologie più datate ma di costo molto basso.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9" name="Google Shape;109;p17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5850" y="152400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550" y="162731"/>
            <a:ext cx="5764751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5" name="Google Shape;115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14304">
            <a:off x="2413849" y="146983"/>
            <a:ext cx="2806150" cy="73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1491229" y="687392"/>
            <a:ext cx="465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 via cavo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18"/>
          <p:cNvSpPr txBox="1"/>
          <p:nvPr>
            <p:ph idx="4294967295" type="body"/>
          </p:nvPr>
        </p:nvSpPr>
        <p:spPr>
          <a:xfrm>
            <a:off x="1491229" y="1377476"/>
            <a:ext cx="4651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connessioni di rete, i cavi Ethernet consentono comunicazioni ad alta velocità tra computer e reti locali,  per la connessione alle reti internet si usano invece anche i classici cavi telefonici e la fibra ottica. 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Altre connessioni via cavo sono comuni nei dispositivi tecnici, spesso queste hanno cavi particolari per evitare che vengano creati dispositivi di alte marche compatibili e perdere guadagni sui ricambi.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8" name="Google Shape;118;p18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5850" y="152400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44705" y="188419"/>
            <a:ext cx="5764751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4" name="Google Shape;124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114304">
            <a:off x="3924006" y="172671"/>
            <a:ext cx="2806150" cy="73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 flipH="1">
            <a:off x="3001577" y="713080"/>
            <a:ext cx="465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 Wireless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6" name="Google Shape;126;p19"/>
          <p:cNvSpPr txBox="1"/>
          <p:nvPr>
            <p:ph idx="4294967295" type="body"/>
          </p:nvPr>
        </p:nvSpPr>
        <p:spPr>
          <a:xfrm flipH="1">
            <a:off x="3001577" y="1403163"/>
            <a:ext cx="4651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reti Wireless (wire = cavo, less = senza), rappresentano un pilastro fondamentale per l'interconnessione di dispositivi su vasta scala.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Questa tecnologia permette a computer, smartphone, e una varietà di gadget intelligenti di comunicare tra loro e accedere a risorse online senza la necessità di cavi fisici.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7" name="Google Shape;127;p19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0" y="178088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44705" y="188419"/>
            <a:ext cx="5764751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3" name="Google Shape;133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114304">
            <a:off x="3924006" y="172671"/>
            <a:ext cx="2806150" cy="73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 flipH="1">
            <a:off x="3001577" y="713080"/>
            <a:ext cx="465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 Wireless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5" name="Google Shape;135;p20"/>
          <p:cNvSpPr txBox="1"/>
          <p:nvPr>
            <p:ph idx="4294967295" type="body"/>
          </p:nvPr>
        </p:nvSpPr>
        <p:spPr>
          <a:xfrm flipH="1">
            <a:off x="3001577" y="1403163"/>
            <a:ext cx="4651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WiFi consentono la connessione a reti locali o a Internet senza fili, offrendo alta velocità di trasferimento dati adeguate per attività online.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Sono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ampiamente utilizzate in ambienti domestici e aziendali per collegare computer, smartphone, e dispositivi intelligenti.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Funzionano male se vanno connessi dispositivi distribuiti su piani diversi, se sono distanti o se il segnale radio deve superare ostacoli come pareti spesse o pareti metalliche.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Bluetooth, d'altra parte, sono ideali per connessioni a corto raggio tra dispositivi come auricolari, tastiere, e altoparlanti.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Forniscono una connettività semplice e rapida, rendendole preziose per l'interazione tra gadget personali.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6" name="Google Shape;136;p20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0" y="178088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44705" y="188419"/>
            <a:ext cx="5764751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2" name="Google Shape;142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114304">
            <a:off x="3924006" y="172671"/>
            <a:ext cx="2806150" cy="73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 flipH="1">
            <a:off x="3001577" y="713080"/>
            <a:ext cx="465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 Wireless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21"/>
          <p:cNvSpPr txBox="1"/>
          <p:nvPr>
            <p:ph idx="4294967295" type="body"/>
          </p:nvPr>
        </p:nvSpPr>
        <p:spPr>
          <a:xfrm flipH="1">
            <a:off x="3001577" y="1403163"/>
            <a:ext cx="4651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Bluetooth, d'altra parte, sono ideali per connessioni a corto raggio tra dispositivi come auricolari, tastiere, e altoparlanti.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Forniscono una connettività semplice e rapida, rendendole preziose per l'interazione tra gadget personali.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5" name="Google Shape;145;p21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0" y="178088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44705" y="188419"/>
            <a:ext cx="5764751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1" name="Google Shape;151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114304">
            <a:off x="3924006" y="172671"/>
            <a:ext cx="2806150" cy="73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 flipH="1">
            <a:off x="3001577" y="713080"/>
            <a:ext cx="465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 Wireless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2"/>
          <p:cNvSpPr txBox="1"/>
          <p:nvPr>
            <p:ph idx="4294967295" type="body"/>
          </p:nvPr>
        </p:nvSpPr>
        <p:spPr>
          <a:xfrm flipH="1">
            <a:off x="3001577" y="1403163"/>
            <a:ext cx="4651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Hi speed GPRS , 3G, 4G, 5G (connessioni web telefoniche)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connessioni telefoniche sono senza fili e differiscono nel modo in cui vengono trasmessi i dati (protocollo di comunicazione) nella velocità con cui questo avviene e nella potenza del segnale,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ovvero nel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loro capacità di mantenere le informazioni a lunghe distanze (quando il cellulare «non prende» è perché siamo troppo distanti da una antenna o da una cellula telefonica alla quale agganciare il segnale del nostro telefono).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4" name="Google Shape;154;p22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0" y="178088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44705" y="188419"/>
            <a:ext cx="5764751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0" name="Google Shape;160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114304">
            <a:off x="3924006" y="172671"/>
            <a:ext cx="2806150" cy="73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 flipH="1">
            <a:off x="3001577" y="713080"/>
            <a:ext cx="465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Connessioni Wireless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" name="Google Shape;162;p23"/>
          <p:cNvSpPr txBox="1"/>
          <p:nvPr>
            <p:ph idx="4294967295" type="body"/>
          </p:nvPr>
        </p:nvSpPr>
        <p:spPr>
          <a:xfrm flipH="1">
            <a:off x="3001577" y="1403163"/>
            <a:ext cx="46512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trasmissioni ad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Infrarossi, spesso usate per la maggior parte dei telecomandi funzionano a cortissimo raggio e sono economicissime.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vantaggio è proprio nel fatto che funzionano a brevissima distanza (non sarebbe comodo se il nostro telecomando interagisse anche con il condizionatore, la tv o il cancello automatico del vicino!).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vantaggio di queste connessioni in ambito estetico è legato alla sicurezza e alla pulizia data dall’assenza di cavi sui quali inciampare (o da sporcare).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3" name="Google Shape;163;p23" title="Picture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0" y="178088"/>
            <a:ext cx="32281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9" name="Google Shape;169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Locale e globale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" name="Google Shape;171;p2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distinzione tra locale e globale non è solo «geografica».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connessioni in locale permettono di connettere «privatamente» due o più dispositivi tra di loro.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Tutte le connessioni che avvengono tra un PC e dispositivi vicini senza che sia necessario connettersi ad internet sono considerate «in locale»,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Solitamente queste connessioni avvengono via cavo, o via bluetooth, sono veloci e permettono di gestire dal computer altri dispositivi.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8" name="Google Shape;178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Locale e globale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0" name="Google Shape;180;p2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 contrario consideriamo Globali tutte le connessioni tra dispositivi che sfruttano la rete internet per essere  connessi (molto spesso le stampanti sono connesse in modo «globale» attraverso la wi fi e possono essere usate da più dispositivi diversi contemporaneamente).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Alcune connessioni sono ibride, ad esempio un macchinario è connesso localmente ad un PC, ma quel pc è a sua volta connesso globalmente ad altri dispositivi.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Analogamente ci sono PC che sono connessi tra di loro in locale (es. tutti i pc dell’amministrazione) e con gli altri in modo Globale tramite Internet.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578375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6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075" y="24835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75" y="7910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9" name="Google Shape;189;p26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Cloud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1" name="Google Shape;191;p2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L'archiviazione in cloud consente agli utenti di memorizzare e accedere ai propri dati attraverso Internet, eliminando la necessità di conservare informazioni in locale su dispositivi fisici.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approccio offre flessibilità e accessibilità, consentendo agli utenti di recuperare i propri dati da qualsiasi dispositivo connesso a Internet.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7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075" y="24835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75" y="7910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9" name="Google Shape;199;p27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Cloud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1" name="Google Shape;201;p2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Immaginate di dover mettere tutti i film del catalogo Netflix su un hard disk o in DVD, sarebbe uno spreco di risorse immenso.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Grazie al cloud, tutto il catalogo di film (o di lezioni video, o di manuali) è disponibile ad un gruppo enorme di utenti assieme e senza «intasare» il loro hard disk.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ambito lavorativo il cloud serve a mettere a disposizione i dati a più persone contemporaneamente (es. dropbox, google drive) anche se non stanno usando lo stesso PC, permettendo a tutti di modificarlo ed aggiornarlo.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8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075" y="24835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75" y="7910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9" name="Google Shape;209;p28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Cloud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" name="Google Shape;211;p2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Ad esempio una lista appuntamenti può essere condivisa in cloud tra più utenti per permettere a chi gestisce la segreteria di creare/spostare o cancellare e a chi lavora in studio di visualizzare e organizzare gli spazi per la giornata.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file che riepiloga il fatturato o un programma gestionale può essere condiviso in cloud con il commercialista o con un operatore dello studio, in modo da gestire correttamente il flusso scontrini/fatture.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3DDD5"/>
            </a:gs>
            <a:gs pos="100000">
              <a:srgbClr val="238B8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9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075" y="24835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 title="Pictur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75" y="791000"/>
            <a:ext cx="3206475" cy="19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9" name="Google Shape;219;p29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Cloud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" name="Google Shape;221;p2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cloud computing, d'altra parte, va oltre la semplice archiviazione, fornendo risorse computazionali fornendo software attraverso la rete.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modello permette agli utenti di eseguire applicazioni, elaborare dati e sfruttare la potenza di calcolo senza dover possedere o gestire dispositivi fisici molto potenti.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Anche se al momento non è troppo diffuso, presto diventerà uno standard dove tutti possederemo computer poco potenti ma sfrutteremo la potenza di grandi sistemi grazie al cloud computing.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9747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7" name="Google Shape;227;p30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1971046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0"/>
          <p:cNvSpPr txBox="1"/>
          <p:nvPr/>
        </p:nvSpPr>
        <p:spPr>
          <a:xfrm>
            <a:off x="1290597" y="1074104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Quando usare una o l’altra?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9" name="Google Shape;229;p30"/>
          <p:cNvSpPr txBox="1"/>
          <p:nvPr>
            <p:ph idx="4294967295" type="body"/>
          </p:nvPr>
        </p:nvSpPr>
        <p:spPr>
          <a:xfrm>
            <a:off x="1215297" y="1683611"/>
            <a:ext cx="35835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questioni di sicurezza dei dati, utilizzeremo il Cloud ogni volta che abbiamo bisogno di reperire i dati da luoghi diversi e con dispositivi di vario tipo (telefono, tablet, pc) per i quali la connessione internet è fondamentale (es. per chi lavora in casa o sui set di fotografici e cinematografici).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 contrario preferiremo utilizzare connessioni di tipo locale nel momento in cui accediamo ai dati sempre dagli stessi luoghi (magari nello stesso stabile) e con gli stessi dispositivi.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Solitamente questa opzione garantisce una sicurezza maggiore.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