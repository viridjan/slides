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Raleway"/>
      <p:regular r:id="rId23"/>
      <p:bold r:id="rId24"/>
      <p:italic r:id="rId25"/>
      <p:boldItalic r:id="rId26"/>
    </p:embeddedFont>
    <p:embeddedFont>
      <p:font typeface="Lat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aleway-bold.fntdata"/><Relationship Id="rId23" Type="http://schemas.openxmlformats.org/officeDocument/2006/relationships/font" Target="fonts/Raleway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aleway-boldItalic.fntdata"/><Relationship Id="rId25" Type="http://schemas.openxmlformats.org/officeDocument/2006/relationships/font" Target="fonts/Raleway-italic.fntdata"/><Relationship Id="rId28" Type="http://schemas.openxmlformats.org/officeDocument/2006/relationships/font" Target="fonts/Lato-bold.fntdata"/><Relationship Id="rId27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b9a0b07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b9a0b07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95423f23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95423f23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c693057bc6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c693057bc6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c2b6bca32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c2b6bca32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c2b6bca32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c2b6bca32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c2b955ef9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c2b955ef9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c2b955ef93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c2b955ef93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2b955ef93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c2b955ef93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c2b955ef93_1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c2b955ef93_1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c2b955ef93_1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c2b955ef93_1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2b955ef93_1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c2b955ef93_1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c2b955ef93_1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c2b955ef93_1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c2b955ef93_1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c2b955ef93_1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c2b955ef93_1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c2b955ef93_1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c2b955ef93_1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c2b955ef93_1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c2b955ef93_1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c2b955ef93_1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c2b955ef93_1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c2b955ef93_1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353535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80CCBC"/>
            </a:gs>
            <a:gs pos="100000">
              <a:srgbClr val="41897A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Informatica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Modulo 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Presentazioni</a:t>
            </a:r>
            <a:endParaRPr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Corso Estetica</a:t>
            </a:r>
            <a:endParaRPr b="1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6DB"/>
            </a:gs>
            <a:gs pos="100000">
              <a:srgbClr val="FAD15C"/>
            </a:gs>
          </a:gsLst>
          <a:lin ang="5400012" scaled="0"/>
        </a:gra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875" y="162731"/>
            <a:ext cx="4795675" cy="48180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79" name="Google Shape;79;p14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4507550">
            <a:off x="4254697" y="843434"/>
            <a:ext cx="1867983" cy="589004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4"/>
          <p:cNvSpPr txBox="1"/>
          <p:nvPr/>
        </p:nvSpPr>
        <p:spPr>
          <a:xfrm>
            <a:off x="893974" y="505653"/>
            <a:ext cx="38694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Power Point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1" name="Google Shape;81;p14"/>
          <p:cNvSpPr txBox="1"/>
          <p:nvPr>
            <p:ph idx="4294967295" type="body"/>
          </p:nvPr>
        </p:nvSpPr>
        <p:spPr>
          <a:xfrm>
            <a:off x="689775" y="1126854"/>
            <a:ext cx="42030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PowerPoint  è un software di presentazione Microsoft e fa parte del pacchetto di applicazioni Microsoft Office.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Si usa spessissimo per creare presentazioni visive, che possono includere testo, immagini, grafici, tabelle, audio e video.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E’ ampiamente utilizzato in contesti aziendali per rapporti commerciali e riunioni, e in ambito educativo per creare tesine e lezioni interattive.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In ambito marketing è usato per presentare proposte, analisi di mercato e materiale promozionale, in ambito conferenze ed eventi è usato per supportare gli speaker con immagini e riferimenti ai temi trattati.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Piece of duct tape sticking a note to the slide" id="82" name="Google Shape;82;p14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-5437105">
            <a:off x="-498995" y="3752333"/>
            <a:ext cx="1867983" cy="589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18675" y="1069750"/>
            <a:ext cx="3125325" cy="4073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6DB"/>
            </a:gs>
            <a:gs pos="100000">
              <a:srgbClr val="FAD15C"/>
            </a:gs>
          </a:gsLst>
          <a:lin ang="5400012" scaled="0"/>
        </a:gra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875" y="162731"/>
            <a:ext cx="4795675" cy="48180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89" name="Google Shape;89;p15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4507550">
            <a:off x="4254697" y="843434"/>
            <a:ext cx="1867983" cy="58900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5"/>
          <p:cNvSpPr txBox="1"/>
          <p:nvPr/>
        </p:nvSpPr>
        <p:spPr>
          <a:xfrm>
            <a:off x="893974" y="505653"/>
            <a:ext cx="38694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Power Point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1" name="Google Shape;91;p15"/>
          <p:cNvSpPr txBox="1"/>
          <p:nvPr>
            <p:ph idx="4294967295" type="body"/>
          </p:nvPr>
        </p:nvSpPr>
        <p:spPr>
          <a:xfrm>
            <a:off x="689775" y="1126854"/>
            <a:ext cx="42030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Perche’ e’ importante?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PowerPoint è un'applicazione comune nel mondo digitale e professionale.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Imparare a utilizzarlo consente agli studenti di acquisire competenze digitali fondamentali che possono essere utili in molteplici contesti.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Comunicazione visiva: La capacità di comunicare in modo efficace attraverso elementi visivi è sempre più importante. PowerPoint offre strumenti per creare presentazioni accattivanti.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Imparare a strutturare e presentare idee in modo chiaro ed efficace attraverso PowerPoint aiuta a comunicare in modo persuasivo e a sviluppare la capacità di presentare concetti in modo ordinato e comprensibile.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Piece of duct tape sticking a note to the slide" id="92" name="Google Shape;92;p15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-5437105">
            <a:off x="-498995" y="3752333"/>
            <a:ext cx="1867983" cy="589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18675" y="1069750"/>
            <a:ext cx="3125325" cy="4073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6DB"/>
            </a:gs>
            <a:gs pos="100000">
              <a:srgbClr val="FAD15C"/>
            </a:gs>
          </a:gsLst>
          <a:lin ang="5400012" scaled="0"/>
        </a:gra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875" y="162731"/>
            <a:ext cx="4795675" cy="48180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99" name="Google Shape;99;p16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4507550">
            <a:off x="4254697" y="843434"/>
            <a:ext cx="1867983" cy="589004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6"/>
          <p:cNvSpPr txBox="1"/>
          <p:nvPr/>
        </p:nvSpPr>
        <p:spPr>
          <a:xfrm>
            <a:off x="893974" y="584481"/>
            <a:ext cx="38694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Social media management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1" name="Google Shape;101;p16"/>
          <p:cNvSpPr txBox="1"/>
          <p:nvPr>
            <p:ph idx="4294967295" type="body"/>
          </p:nvPr>
        </p:nvSpPr>
        <p:spPr>
          <a:xfrm>
            <a:off x="689775" y="1185975"/>
            <a:ext cx="42030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Perche’ e’ importante?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Attualmente i principali canali di acquisizione clienti sono 3 in ordine di importanza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«Passaparola» tra persone che hanno provato il prodotto/servizio e lo hanno consigliato agli altri;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Pubblicità attraverso i social media;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Offerte e promozioni mirate ad un pubblico selezionato.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02" name="Google Shape;102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12750" y="2775575"/>
            <a:ext cx="4731249" cy="23679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03" name="Google Shape;103;p16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-5437105">
            <a:off x="-498995" y="3752333"/>
            <a:ext cx="1867983" cy="589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71826" y="0"/>
            <a:ext cx="3554324" cy="286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6DB"/>
            </a:gs>
            <a:gs pos="100000">
              <a:srgbClr val="FAD15C"/>
            </a:gs>
          </a:gsLst>
          <a:lin ang="5400012" scaled="0"/>
        </a:gra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875" y="162731"/>
            <a:ext cx="4795675" cy="48180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10" name="Google Shape;110;p17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4507550">
            <a:off x="4254697" y="843434"/>
            <a:ext cx="1867983" cy="589004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7"/>
          <p:cNvSpPr txBox="1"/>
          <p:nvPr/>
        </p:nvSpPr>
        <p:spPr>
          <a:xfrm>
            <a:off x="893974" y="584481"/>
            <a:ext cx="38694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Social media management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2" name="Google Shape;112;p17"/>
          <p:cNvSpPr txBox="1"/>
          <p:nvPr>
            <p:ph idx="4294967295" type="body"/>
          </p:nvPr>
        </p:nvSpPr>
        <p:spPr>
          <a:xfrm>
            <a:off x="689775" y="1185975"/>
            <a:ext cx="42030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Quali sono i passi da seguire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?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L’obiettivo principale della promozione attraverso i social media è quello di definire, migliorare e rendere coerente la narrazione social per quello che riguarda se stessi e/o il proprio marchio.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Creazione di una Brand Identity / Self identity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Identificazione del Target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Autopromozione attraverso i social media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Piece of duct tape sticking a note to the slide" id="113" name="Google Shape;113;p17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-5437105">
            <a:off x="-498995" y="3752333"/>
            <a:ext cx="1867983" cy="589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1055818">
            <a:off x="4541857" y="0"/>
            <a:ext cx="514350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6DB"/>
            </a:gs>
            <a:gs pos="100000">
              <a:srgbClr val="FAD15C"/>
            </a:gs>
          </a:gsLst>
          <a:lin ang="5400012" scaled="0"/>
        </a:gra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875" y="162731"/>
            <a:ext cx="4795675" cy="48180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20" name="Google Shape;120;p18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4507550">
            <a:off x="4254697" y="843434"/>
            <a:ext cx="1867983" cy="589004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8"/>
          <p:cNvSpPr txBox="1"/>
          <p:nvPr/>
        </p:nvSpPr>
        <p:spPr>
          <a:xfrm>
            <a:off x="893974" y="673066"/>
            <a:ext cx="38694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Promozione attraverso i social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22" name="Google Shape;122;p18"/>
          <p:cNvSpPr txBox="1"/>
          <p:nvPr>
            <p:ph idx="4294967295" type="body"/>
          </p:nvPr>
        </p:nvSpPr>
        <p:spPr>
          <a:xfrm>
            <a:off x="689775" y="1274561"/>
            <a:ext cx="42030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Definita la tua self/brand Identity, profilato il target di clienti e identificate le keywords è il momento di iniziare a pubblicare post sui diversi social.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Il tempo è denaro! Scegli i social da utilizzare sulla base del target di pubblico da raggiungere; non è quasi mai produttivo essere su tutti i social a meno di non essere una multinazionale!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E’ bene organizzare il momento nel quale dedicarti ai social in modo più massiccio, dedicando i momenti più «pieni» ai clienti che meritano il tuo 100%.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Piece of duct tape sticking a note to the slide" id="123" name="Google Shape;123;p18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-5437105">
            <a:off x="-498995" y="3752333"/>
            <a:ext cx="1867983" cy="589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78950" y="950144"/>
            <a:ext cx="3765050" cy="32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6DB"/>
            </a:gs>
            <a:gs pos="100000">
              <a:srgbClr val="FAD15C"/>
            </a:gs>
          </a:gsLst>
          <a:lin ang="5400012" scaled="0"/>
        </a:gra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875" y="162731"/>
            <a:ext cx="4795675" cy="48180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30" name="Google Shape;130;p19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4507550">
            <a:off x="4254697" y="843434"/>
            <a:ext cx="1867983" cy="589004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9"/>
          <p:cNvSpPr txBox="1"/>
          <p:nvPr/>
        </p:nvSpPr>
        <p:spPr>
          <a:xfrm>
            <a:off x="893974" y="299038"/>
            <a:ext cx="38694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I social piu’ usati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2" name="Google Shape;132;p19"/>
          <p:cNvSpPr txBox="1"/>
          <p:nvPr>
            <p:ph idx="4294967295" type="body"/>
          </p:nvPr>
        </p:nvSpPr>
        <p:spPr>
          <a:xfrm>
            <a:off x="689775" y="900533"/>
            <a:ext cx="42030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Esistono decine e decine di social media, ma solo alcuni sono effettivamente interessanti per la promozione di un brand. Al 2024 i dati dicono che la top 10 dei social è: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Facebook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Instagram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X (ex Twitter)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LinkedIn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TikTok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Snapchat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Pinterest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WhatsApp: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R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eddit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aleway"/>
              <a:buChar char="●"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YouTube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Ovviamente si tratta di un dato non profilato per i nostri utenti e come tale può variare in base a diversi fattori, inclusa la regione geografica, l'età e le tendenze culturali.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Piece of duct tape sticking a note to the slide" id="133" name="Google Shape;133;p19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-5437105">
            <a:off x="-498995" y="3752333"/>
            <a:ext cx="1867983" cy="589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78950" y="950144"/>
            <a:ext cx="3765050" cy="32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FEAFB"/>
            </a:gs>
            <a:gs pos="100000">
              <a:srgbClr val="6E9CE7"/>
            </a:gs>
          </a:gsLst>
          <a:lin ang="5400012" scaled="0"/>
        </a:gra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669076" y="162731"/>
            <a:ext cx="4795675" cy="48180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40" name="Google Shape;140;p20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flipH="1" rot="-4507550">
            <a:off x="2772945" y="843434"/>
            <a:ext cx="1867983" cy="589004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0"/>
          <p:cNvSpPr txBox="1"/>
          <p:nvPr/>
        </p:nvSpPr>
        <p:spPr>
          <a:xfrm flipH="1">
            <a:off x="4132251" y="614009"/>
            <a:ext cx="38694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Differenze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Piece of duct tape sticking a note to the slide" id="142" name="Google Shape;142;p20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flipH="1" rot="5437105">
            <a:off x="7526638" y="3752333"/>
            <a:ext cx="1867983" cy="589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959744"/>
            <a:ext cx="3765050" cy="32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0"/>
          <p:cNvSpPr txBox="1"/>
          <p:nvPr>
            <p:ph idx="4294967295" type="body"/>
          </p:nvPr>
        </p:nvSpPr>
        <p:spPr>
          <a:xfrm flipH="1">
            <a:off x="3953637" y="1323775"/>
            <a:ext cx="42030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Facebook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Prevalenza di genere: Distribuzione equa con un leggero predominio di donne.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Descrizione: Piattaforma versatile utilizzata da un ampio spettro di utenti di diverse fasce d'età e interessi, anche se spesso identificata come una «piattaforma per anziani» ha attualmente il pubblico più ampio e vario.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Questo social e’ ottimo per la promozione del brand.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FEAFB"/>
            </a:gs>
            <a:gs pos="100000">
              <a:srgbClr val="6E9CE7"/>
            </a:gs>
          </a:gsLst>
          <a:lin ang="5400012" scaled="0"/>
        </a:gra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669076" y="162731"/>
            <a:ext cx="4795675" cy="48180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50" name="Google Shape;150;p21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flipH="1" rot="-4507550">
            <a:off x="2772945" y="843434"/>
            <a:ext cx="1867983" cy="589004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1"/>
          <p:cNvSpPr txBox="1"/>
          <p:nvPr/>
        </p:nvSpPr>
        <p:spPr>
          <a:xfrm flipH="1">
            <a:off x="4132251" y="614009"/>
            <a:ext cx="38694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Differenze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Piece of duct tape sticking a note to the slide" id="152" name="Google Shape;152;p21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flipH="1" rot="5437105">
            <a:off x="7526638" y="3752333"/>
            <a:ext cx="1867983" cy="589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959744"/>
            <a:ext cx="3765050" cy="32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1"/>
          <p:cNvSpPr txBox="1"/>
          <p:nvPr>
            <p:ph idx="4294967295" type="body"/>
          </p:nvPr>
        </p:nvSpPr>
        <p:spPr>
          <a:xfrm flipH="1">
            <a:off x="3953637" y="1323775"/>
            <a:ext cx="42030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Instagram</a:t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Prevalenza di genere: Storicamente più popolare tra le donne.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Descrizione: Focalizzato su immagini e video, Instagram è particolarmente popolare tra gli utenti più giovani (18-34) e coloro che amano condividere contenuti visuali, l’introduzione dei Reel ha permesso di  tornare in auge anche dopo l’apparizione di tik tok.</a:t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Questo social e’ ottimo per la promozione del brand.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FEAFB"/>
            </a:gs>
            <a:gs pos="100000">
              <a:srgbClr val="6E9CE7"/>
            </a:gs>
          </a:gsLst>
          <a:lin ang="5400012" scaled="0"/>
        </a:gra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669076" y="162731"/>
            <a:ext cx="4795675" cy="48180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60" name="Google Shape;160;p22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flipH="1" rot="-4507550">
            <a:off x="2772945" y="843434"/>
            <a:ext cx="1867983" cy="589004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2"/>
          <p:cNvSpPr txBox="1"/>
          <p:nvPr/>
        </p:nvSpPr>
        <p:spPr>
          <a:xfrm flipH="1">
            <a:off x="4132251" y="466367"/>
            <a:ext cx="38694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Differenze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Piece of duct tape sticking a note to the slide" id="162" name="Google Shape;162;p22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flipH="1" rot="5437105">
            <a:off x="7526638" y="3752333"/>
            <a:ext cx="1867983" cy="589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959744"/>
            <a:ext cx="3765050" cy="32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2"/>
          <p:cNvSpPr txBox="1"/>
          <p:nvPr>
            <p:ph idx="4294967295" type="body"/>
          </p:nvPr>
        </p:nvSpPr>
        <p:spPr>
          <a:xfrm flipH="1">
            <a:off x="3953637" y="1176132"/>
            <a:ext cx="42030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X (ex Twitter)</a:t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Prevalenza di genere: Distribuzione abbastanza equa tra uomini e donne.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Descrizione: Utilizzato per condividere brevi messaggi di testo, link e contenuti multimediali. Attrae una vasta gamma di utenti, inclusi professionisti e appassionati di notizie.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La fascia d’età è varia, ma la fascia culturale di riferimento tende verso un ceto culturale più altro della media.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Questo social e’ sconsigliato per la promozione del brand perché non ha molto spazio per testi promozionali. Ha senso solo per il self-branding finalizzato alla ricerca del lavoro o consolidamento di leadership.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FEAFB"/>
            </a:gs>
            <a:gs pos="100000">
              <a:srgbClr val="6E9CE7"/>
            </a:gs>
          </a:gsLst>
          <a:lin ang="5400012" scaled="0"/>
        </a:gra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669076" y="162731"/>
            <a:ext cx="4795675" cy="48180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70" name="Google Shape;170;p23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flipH="1" rot="-4507550">
            <a:off x="2772945" y="843434"/>
            <a:ext cx="1867983" cy="589004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3"/>
          <p:cNvSpPr txBox="1"/>
          <p:nvPr/>
        </p:nvSpPr>
        <p:spPr>
          <a:xfrm flipH="1">
            <a:off x="4132251" y="614009"/>
            <a:ext cx="38694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Differenze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Piece of duct tape sticking a note to the slide" id="172" name="Google Shape;172;p23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flipH="1" rot="5437105">
            <a:off x="7526638" y="3752333"/>
            <a:ext cx="1867983" cy="589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959744"/>
            <a:ext cx="3765050" cy="32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3"/>
          <p:cNvSpPr txBox="1"/>
          <p:nvPr>
            <p:ph idx="4294967295" type="body"/>
          </p:nvPr>
        </p:nvSpPr>
        <p:spPr>
          <a:xfrm flipH="1">
            <a:off x="3953637" y="1323775"/>
            <a:ext cx="42030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LinkedIn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Prevalenza di genere: Distribuzione equa, con una leggera inclinazione verso gli uomini.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Descrizione: Piattaforma orientata al networking professionale e alla ricerca di opportunità lavorative.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Qu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esto social e’ sconsigliato per la promozione del brand perché non ha molto spazio per testi promoziona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Ha senso solo per il self-branding finalizzato alla ricerca del lavoro o consolidamento di leadership.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FEAFB"/>
            </a:gs>
            <a:gs pos="100000">
              <a:srgbClr val="6E9CE7"/>
            </a:gs>
          </a:gsLst>
          <a:lin ang="5400012" scaled="0"/>
        </a:gra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669076" y="162731"/>
            <a:ext cx="4795675" cy="48180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80" name="Google Shape;180;p24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flipH="1" rot="-4507550">
            <a:off x="2772945" y="843434"/>
            <a:ext cx="1867983" cy="589004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4"/>
          <p:cNvSpPr txBox="1"/>
          <p:nvPr/>
        </p:nvSpPr>
        <p:spPr>
          <a:xfrm flipH="1">
            <a:off x="4132251" y="614009"/>
            <a:ext cx="38694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Differenze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Piece of duct tape sticking a note to the slide" id="182" name="Google Shape;182;p24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flipH="1" rot="5437105">
            <a:off x="7526638" y="3752333"/>
            <a:ext cx="1867983" cy="589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959744"/>
            <a:ext cx="3765050" cy="32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4"/>
          <p:cNvSpPr txBox="1"/>
          <p:nvPr>
            <p:ph idx="4294967295" type="body"/>
          </p:nvPr>
        </p:nvSpPr>
        <p:spPr>
          <a:xfrm flipH="1">
            <a:off x="3953637" y="1323775"/>
            <a:ext cx="42030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Tiktok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Prevalenza di genere: Più popolare tra le donne, soprattutto tra gli utenti più giovani.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Descrizione: Famoso per i brevi video creativi e la sua popolarità tra la Generazione Z. Richiede la realizzazione di soli contenuti video di breve/brevissima durata.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TikTok è consigliato in caso di target giovane (&lt; 25 anni) anche se impegnativo in termini di produzione di contenuti.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FEAFB"/>
            </a:gs>
            <a:gs pos="100000">
              <a:srgbClr val="6E9CE7"/>
            </a:gs>
          </a:gsLst>
          <a:lin ang="5400012" scaled="0"/>
        </a:gra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669076" y="162731"/>
            <a:ext cx="4795675" cy="48180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90" name="Google Shape;190;p25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flipH="1" rot="-4507550">
            <a:off x="2772945" y="843434"/>
            <a:ext cx="1867983" cy="589004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5"/>
          <p:cNvSpPr txBox="1"/>
          <p:nvPr/>
        </p:nvSpPr>
        <p:spPr>
          <a:xfrm flipH="1">
            <a:off x="4132251" y="614009"/>
            <a:ext cx="38694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Differenze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Piece of duct tape sticking a note to the slide" id="192" name="Google Shape;192;p25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flipH="1" rot="5437105">
            <a:off x="7526638" y="3752333"/>
            <a:ext cx="1867983" cy="589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959744"/>
            <a:ext cx="3765050" cy="32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5"/>
          <p:cNvSpPr txBox="1"/>
          <p:nvPr>
            <p:ph idx="4294967295" type="body"/>
          </p:nvPr>
        </p:nvSpPr>
        <p:spPr>
          <a:xfrm flipH="1">
            <a:off x="3953637" y="1323775"/>
            <a:ext cx="42030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Snapchat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Prevalenza di genere: Leggermente più popolare tra le donne.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Descrizione: Conosciuto per gli "snap" effimeri, è particolarmente popolare tra gli utenti più giovani per la condivisione di momenti istantanei. E’ più un social di «intrattenimento» che di promozione.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S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napchat è sconsigliato per la promozione del brand perché le pagine commerciali non funzionano bene su un social così orientato ai meme.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FEAFB"/>
            </a:gs>
            <a:gs pos="100000">
              <a:srgbClr val="6E9CE7"/>
            </a:gs>
          </a:gsLst>
          <a:lin ang="5400012" scaled="0"/>
        </a:gra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669076" y="162731"/>
            <a:ext cx="4795675" cy="48180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200" name="Google Shape;200;p26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flipH="1" rot="-4507550">
            <a:off x="2772945" y="843434"/>
            <a:ext cx="1867983" cy="589004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6"/>
          <p:cNvSpPr txBox="1"/>
          <p:nvPr/>
        </p:nvSpPr>
        <p:spPr>
          <a:xfrm flipH="1">
            <a:off x="4132251" y="614009"/>
            <a:ext cx="38694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Differenze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Piece of duct tape sticking a note to the slide" id="202" name="Google Shape;202;p26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flipH="1" rot="5437105">
            <a:off x="7526638" y="3752333"/>
            <a:ext cx="1867983" cy="589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959744"/>
            <a:ext cx="3765050" cy="32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6"/>
          <p:cNvSpPr txBox="1"/>
          <p:nvPr>
            <p:ph idx="4294967295" type="body"/>
          </p:nvPr>
        </p:nvSpPr>
        <p:spPr>
          <a:xfrm flipH="1">
            <a:off x="3953637" y="1323775"/>
            <a:ext cx="42030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Pinterest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Prevalenza di genere: Più popolare tra le donne.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Descrizione: Una piattaforma di condivisione di immagini e idee, spesso utilizzata per la pianificazione di progetti e la ricerca di ispirazione.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Pinterest è sconsigliato per la promozione del brand perché è più orientato agli artisti, e può avere senso come archivio immagini e come social per la ricerca di ispirazione.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FEAFB"/>
            </a:gs>
            <a:gs pos="100000">
              <a:srgbClr val="6E9CE7"/>
            </a:gs>
          </a:gsLst>
          <a:lin ang="5400012" scaled="0"/>
        </a:gra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669076" y="162731"/>
            <a:ext cx="4795675" cy="48180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210" name="Google Shape;210;p27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flipH="1" rot="-4507550">
            <a:off x="2772945" y="843434"/>
            <a:ext cx="1867983" cy="589004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7"/>
          <p:cNvSpPr txBox="1"/>
          <p:nvPr/>
        </p:nvSpPr>
        <p:spPr>
          <a:xfrm flipH="1">
            <a:off x="4132251" y="614009"/>
            <a:ext cx="38694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Differenze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Piece of duct tape sticking a note to the slide" id="212" name="Google Shape;212;p27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flipH="1" rot="5437105">
            <a:off x="7526638" y="3752333"/>
            <a:ext cx="1867983" cy="589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959744"/>
            <a:ext cx="3765050" cy="32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7"/>
          <p:cNvSpPr txBox="1"/>
          <p:nvPr>
            <p:ph idx="4294967295" type="body"/>
          </p:nvPr>
        </p:nvSpPr>
        <p:spPr>
          <a:xfrm flipH="1">
            <a:off x="3953637" y="1323775"/>
            <a:ext cx="42030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Whatsapp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Prevalenza di genere: Distribuzione equa.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Descrizione: Una popolare app di messaggistica istantanea, utilizzata principalmente per comunicazioni private.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WhatsApp è consigliato soprattutto per il consolidamento della clientela già acquisita (gruppi) e per le prenotazioni.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FEAFB"/>
            </a:gs>
            <a:gs pos="100000">
              <a:srgbClr val="6E9CE7"/>
            </a:gs>
          </a:gsLst>
          <a:lin ang="5400012" scaled="0"/>
        </a:gra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669076" y="162731"/>
            <a:ext cx="4795675" cy="48180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220" name="Google Shape;220;p28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flipH="1" rot="-4507550">
            <a:off x="2772945" y="843434"/>
            <a:ext cx="1867983" cy="589004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8"/>
          <p:cNvSpPr txBox="1"/>
          <p:nvPr/>
        </p:nvSpPr>
        <p:spPr>
          <a:xfrm flipH="1">
            <a:off x="4132251" y="614009"/>
            <a:ext cx="38694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Differenze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Piece of duct tape sticking a note to the slide" id="222" name="Google Shape;222;p28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flipH="1" rot="5437105">
            <a:off x="7526638" y="3752333"/>
            <a:ext cx="1867983" cy="589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959744"/>
            <a:ext cx="3765050" cy="32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8"/>
          <p:cNvSpPr txBox="1"/>
          <p:nvPr>
            <p:ph idx="4294967295" type="body"/>
          </p:nvPr>
        </p:nvSpPr>
        <p:spPr>
          <a:xfrm flipH="1">
            <a:off x="3953637" y="1323775"/>
            <a:ext cx="42030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Reddit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Prevalenza di genere: In passato, più maschile, ma sempre più equo.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Descrizione: Piattaforma di discussioni e condivisione di contenuti organizzati in comunità tematiche (subreddit).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Reddit è sconsigliato  per ragioni geografiche in Italia è poco usato se non da particolarissime nicchie di utenti.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FEAFB"/>
            </a:gs>
            <a:gs pos="100000">
              <a:srgbClr val="6E9CE7"/>
            </a:gs>
          </a:gsLst>
          <a:lin ang="5400012" scaled="0"/>
        </a:gra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669076" y="162731"/>
            <a:ext cx="4795675" cy="48180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230" name="Google Shape;230;p29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flipH="1" rot="-4507550">
            <a:off x="2772945" y="843434"/>
            <a:ext cx="1867983" cy="589004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9"/>
          <p:cNvSpPr txBox="1"/>
          <p:nvPr/>
        </p:nvSpPr>
        <p:spPr>
          <a:xfrm flipH="1">
            <a:off x="4132251" y="614009"/>
            <a:ext cx="38694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Differenze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Piece of duct tape sticking a note to the slide" id="232" name="Google Shape;232;p29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flipH="1" rot="5437105">
            <a:off x="7526638" y="3752333"/>
            <a:ext cx="1867983" cy="589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959744"/>
            <a:ext cx="3765050" cy="32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9"/>
          <p:cNvSpPr txBox="1"/>
          <p:nvPr>
            <p:ph idx="4294967295" type="body"/>
          </p:nvPr>
        </p:nvSpPr>
        <p:spPr>
          <a:xfrm flipH="1">
            <a:off x="3953637" y="1323775"/>
            <a:ext cx="42030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Youtube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Prevalenza di genere: Distribuzione abbastanza equa.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Descrizione: La principale piattaforma di condivisione video, con una vasta gamma di contenuti da parte di creatori di diverse nicchie.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Youtube è consigliato soprattutto per video lunghi che possono essere anche tagliati e condivisi su altre piattaforme.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