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d73bf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d73bf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8fade72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8fade72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fade72c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fade72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8fade72c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8fade72c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8fade72c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8fade72c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8fade72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8fade72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fade72c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8fade72c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8fade72c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8fade72c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8fade72c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8fade72c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fade72c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8fade72c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8fade72c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8fade72c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8fade72c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8fade72c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8fade72c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8fade72c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fade72c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8fade72c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8fade72c7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8fade72c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8f8f3bb5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8f8f3bb5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fade72c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8fade72c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8fade72c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8fade72c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0CCBC"/>
            </a:gs>
            <a:gs pos="100000">
              <a:srgbClr val="4189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Scheda cliente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Scheda Cliente mi permette di tenere traccia in Digitale sia dei dati importanti di un cliente sia delle sue abitudini di consumo a fini di marketing.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Sfruttare queste informazioni in modo informatico mi permette di non perdere clienti, di recuperarli e di organizzare il lavoro in modo efficiente.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250"/>
            <a:ext cx="2139900" cy="21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4100" y="3003600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9" name="Google Shape;89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356049" y="109375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Scheda cliente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91" name="Google Shape;91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Cosa deve riportare la scheda cliente ?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Dati Anagrafici 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Ho bisogno di tenere traccia di come contattare un cliente in caso di necessità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utile conoscere il compleanno per proporre promo e offerte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Dati «Gruppo»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E’ utile tenere traccia di a quale «gruppo di clienti» il cliente appartiene in modo da non negare un’offerta specifica per quel gruppo o chiedere prezzi diversi a persone della stessa cerchia.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Posso fare profilazione dei clienti in base a caratteristiche della persona (eta’, altezza, peso, etc) e preferenze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250"/>
            <a:ext cx="2139900" cy="21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4100" y="3003600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0" name="Google Shape;100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356049" y="109375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Scheda cliente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02" name="Google Shape;102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Cosa deve riportare la scheda cliente ?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Dati Comportamento Cliente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Posso ragionare su quanto frequentemente il cliente fa dei trattamenti per proporre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offerte di richiamo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se la sua regolarità decade, o per garantire prestazioni ricorrenti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Posso ragionare su quanto è il potere di spesa di quel cliente e proporre trattamenti più o meno costosi qualora dovesse cambiare tipo di trattamento rispetto a quello più frequente.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Posso ragionare su chi è più fidelizzato per decidere a chi chiedere di rimandare un appuntamento in caso di urgenze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Posso tenere traccia di eventuali offerte sfruttate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250"/>
            <a:ext cx="2139900" cy="21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4100" y="3003600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5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1" name="Google Shape;111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2063249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138280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Curriculum Vitae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" name="Google Shape;113;p17"/>
          <p:cNvSpPr txBox="1"/>
          <p:nvPr>
            <p:ph idx="4294967295" type="body"/>
          </p:nvPr>
        </p:nvSpPr>
        <p:spPr>
          <a:xfrm>
            <a:off x="138280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curriculum Vitae ben scritto è il metodo migliore per emergere tra un gran numero di candidati.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Organizzare bene le informazioni e creare un riassunto chiaro ed efficace in grado di far trovare rapidamente ai selezionatori le informazioni di cui hanno bisogno è a volte la differenza tra ottenere un lavoro e non ottenerlo.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5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0" name="Google Shape;120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2063249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138280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Curriculum Vitae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138280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Come organizzo i dati nel curriculum vitae ?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Esiste un ordine predefinito che permette a chi seleziona di trovare rapidamente le informazioni.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Dati personali Anagrafici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Esperienze lavorative significative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Titoli di Studio &amp; Certificazioni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Altre conoscenze (inclusa patente)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Hobbies e Interessi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Consenso alla privacy (GDPR)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5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9" name="Google Shape;129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700000">
            <a:off x="4427312" y="442184"/>
            <a:ext cx="1209606" cy="4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138280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Dati personali Anagrafici 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19"/>
          <p:cNvSpPr txBox="1"/>
          <p:nvPr>
            <p:ph idx="4294967295" type="body"/>
          </p:nvPr>
        </p:nvSpPr>
        <p:spPr>
          <a:xfrm>
            <a:off x="138280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Nome e Cognome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Numero di Telefono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Email (deve essere una email che leggo e dove posso essere contattata)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Altri profili rilevanti (es. link ad un portfolio immagini, ad una pagina instagram professionale ecc.)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foto solitamente non si inserisce (per evitare discriminazioni in base alla bellezza o ad altri dettagli estetici) a meno che non sia esplicitamente richiesta per il lavoro.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3" name="Google Shape;133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700000">
            <a:off x="590337" y="4252184"/>
            <a:ext cx="1209606" cy="4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9" name="Google Shape;139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1046696" y="687397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Esperienze lavorative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20"/>
          <p:cNvSpPr txBox="1"/>
          <p:nvPr>
            <p:ph idx="4294967295" type="body"/>
          </p:nvPr>
        </p:nvSpPr>
        <p:spPr>
          <a:xfrm>
            <a:off x="1046696" y="1377481"/>
            <a:ext cx="37056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Inseriamo solo le esperienze lavorative significative (evitiamo quelle da pochi giorni o quelle di lavori che ‘non ci piacciono’ o non vogliamo rifare).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Elenchiamo le esperienze dalla più importante alla meno importante per il lavoro per il quale mi sto candidando. (se mi sto candidando per un ruolo da Estetista, non è importante che abbia fatto il cameriere o l’assistente amministrativo).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Elenchiamo le esperienze dalla più recente alla meno recente, quello che ho fatto più di 5 anni fa non è così importante rispetto a quello che ho fatto ieri (se ho un CV abbastanza lungo elimino i lavori più vecchi e meno significativi).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3" name="Google Shape;143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77274" y="4340366"/>
            <a:ext cx="1258594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9" name="Google Shape;149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1046696" y="687397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Esperienze lavorative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" name="Google Shape;151;p21"/>
          <p:cNvSpPr txBox="1"/>
          <p:nvPr>
            <p:ph idx="4294967295" type="body"/>
          </p:nvPr>
        </p:nvSpPr>
        <p:spPr>
          <a:xfrm>
            <a:off x="1046696" y="1377481"/>
            <a:ext cx="37056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Evidenziamo (grassetto) i lavori per ditte importanti o molto facili da riconoscere per chiunque (es. se ho lavorato per la RAI è importante mostrarlo in alto nel mio CV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Dettagliamo i lavori, quanto più è precisa e dettagliata la descrizione tanto più è facile per chi seleziona capire che so fare tante cose.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3" name="Google Shape;153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77274" y="4340366"/>
            <a:ext cx="1258594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9" name="Google Shape;159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1046696" y="687397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Esperienze lavorative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22"/>
          <p:cNvSpPr txBox="1"/>
          <p:nvPr>
            <p:ph idx="4294967295" type="body"/>
          </p:nvPr>
        </p:nvSpPr>
        <p:spPr>
          <a:xfrm>
            <a:off x="795667" y="1377475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 ciascuna esperienza indichiamo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Ruolo e Periodo [mese/anno inizio] – [mese/anno fine]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Capo Estetista SPA   01/2019 – in corso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Mansioni: descrizione dettagliata del lavoro, soprattutto a livello di compiti svolti, responsabilità ed eventuali programmi utilizzati.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Responsabile prenotazioni e acquisti rifornimento materiale per le sedi di Bari, Molfetta Barletta e Andria, gestione autonoma trattamenti viso e corpo clienti, gestione autonoma prenotazione e trattamenti centro massaggi clienti hotel sulle varie sedi)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3" name="Google Shape;163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77274" y="4340366"/>
            <a:ext cx="1258594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9" name="Google Shape;169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1046696" y="687397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Esperienze lavorative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" name="Google Shape;171;p23"/>
          <p:cNvSpPr txBox="1"/>
          <p:nvPr>
            <p:ph idx="4294967295" type="body"/>
          </p:nvPr>
        </p:nvSpPr>
        <p:spPr>
          <a:xfrm>
            <a:off x="795667" y="1377475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 ciascuna esperienza indichiamo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Datore di lavoro: l’azienda o le aziende per le quali ho svolto il ruolo. A volte può essere utile condensare in una sola voce del CV più esperienze brevi dello stesso tipo, in questo caso segno in questa sezione tutti i diversi datori di lavoro.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3" name="Google Shape;173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77274" y="4340366"/>
            <a:ext cx="1258594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9" name="Google Shape;179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1046696" y="687397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Titoli di Studio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" name="Google Shape;181;p24"/>
          <p:cNvSpPr txBox="1"/>
          <p:nvPr>
            <p:ph idx="4294967295" type="body"/>
          </p:nvPr>
        </p:nvSpPr>
        <p:spPr>
          <a:xfrm>
            <a:off x="795667" y="1377475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Scuole e corsi professionali che ho seguito, con eventuale qualifica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Scuola (solo titolo di livello più alto, se ho un diploma non scrivo scuola media,ecc.) 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Titolo di Studio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Anno di conseguimento / frequenza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Voto (se rilevante)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Ente (nome della scuola)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Corsi e Titoli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Qualifica Professionale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Anno di conseguimento / frequenza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Voto o livello solo se rilevante (es. corsi di lingua straniera)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Ente (nome della scuola)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3" name="Google Shape;183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77274" y="4340366"/>
            <a:ext cx="1258594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9" name="Google Shape;189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1046696" y="687397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Titoli di Studio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1" name="Google Shape;191;p25"/>
          <p:cNvSpPr txBox="1"/>
          <p:nvPr>
            <p:ph idx="4294967295" type="body"/>
          </p:nvPr>
        </p:nvSpPr>
        <p:spPr>
          <a:xfrm>
            <a:off x="795667" y="1377475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Scuole e corsi professionali che ho seguito, con eventuale qualifica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Lingue straniere: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○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Oltre ad elencare quali lingue conosco è obbligatorio indicare il livello (madrelingua, ottimo, buono, scolastico, cenni)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2" name="Google Shape;19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3" name="Google Shape;193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77274" y="4340366"/>
            <a:ext cx="1258594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9" name="Google Shape;199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1046696" y="525556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Altre competenze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1" name="Google Shape;201;p26"/>
          <p:cNvSpPr txBox="1"/>
          <p:nvPr>
            <p:ph idx="4294967295" type="body"/>
          </p:nvPr>
        </p:nvSpPr>
        <p:spPr>
          <a:xfrm>
            <a:off x="795667" y="1215634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questa sezione si inseriscono le competenze non certificate e le eventuali patenti e patentini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acquisiti.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Conoscenze informatiche: quali programmi so usare, sia per PC che per telefono, soprattutto i Gestionali e Office. Evitate di scrivere nel 2024 che sapete usare internet e le email, se non sapete farlo è ora di imparare, stessa cosa per i social a meno di conoscenze avanzate e professionali.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Audiovisivi: capacità di usare in modo professionale fotocamere/videocamere/strumentazioni audio programmi per il fotoritocco.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Patenti e Patentini: soprattutto patente di guida, ma anche altre certificazioni minori. (es. patentino da Bagnino)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3" name="Google Shape;203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915259">
            <a:off x="-76475" y="4185740"/>
            <a:ext cx="1258593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92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9" name="Google Shape;209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1046696" y="525556"/>
            <a:ext cx="370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Hobbies e Interessi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" name="Google Shape;211;p27"/>
          <p:cNvSpPr txBox="1"/>
          <p:nvPr>
            <p:ph idx="4294967295" type="body"/>
          </p:nvPr>
        </p:nvSpPr>
        <p:spPr>
          <a:xfrm>
            <a:off x="795667" y="1215634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Vanno scritti solo quegli hobbies che in qualche modo possono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raccontare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qualcosa delle vostre soft skills. Ad esempio: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Attività sportive ad alto livello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Attività come educatore, catechista ecc.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Attività come organizzatore di eventi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Attività di volontariato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Mi può interessare sapere che: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Sai organizzarti e gestire altre persone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Sai parlare con i fornitori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Sai gestire le scadenze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Sai darti degli obiettivi e raggiungerli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Sei una persona che ha dei valori positivi e che si impegna per raggiungerli (ecologia/volontariato)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3" name="Google Shape;213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915259">
            <a:off x="-76475" y="4185740"/>
            <a:ext cx="1258593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246" y="162735"/>
            <a:ext cx="4592750" cy="481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9" name="Google Shape;219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2568678">
            <a:off x="4356756" y="433483"/>
            <a:ext cx="1258594" cy="44710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 txBox="1"/>
          <p:nvPr/>
        </p:nvSpPr>
        <p:spPr>
          <a:xfrm>
            <a:off x="733771" y="525550"/>
            <a:ext cx="4331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Consenso alla privacy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oogle Shape;221;p28"/>
          <p:cNvSpPr txBox="1"/>
          <p:nvPr>
            <p:ph idx="4294967295" type="body"/>
          </p:nvPr>
        </p:nvSpPr>
        <p:spPr>
          <a:xfrm>
            <a:off x="795667" y="1215634"/>
            <a:ext cx="4207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nuove regole europee per il rispetto della privacy (GDPR) in alcuni casi richiedono il consenso al trattamento dei dati personali contenuti nel CV.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Solitamente si usa questa dicitura: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1200">
                <a:latin typeface="Raleway"/>
                <a:ea typeface="Raleway"/>
                <a:cs typeface="Raleway"/>
                <a:sym typeface="Raleway"/>
              </a:rPr>
              <a:t>Autorizzo il trattamento dei miei dati personali, ai sensi del D.lgs. 196/2003 e all’art 13 GDPR 679/2016.</a:t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3" name="Google Shape;223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915259">
            <a:off x="-76475" y="4185740"/>
            <a:ext cx="1258593" cy="44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4801" y="2392100"/>
            <a:ext cx="3999201" cy="27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325" y="119988"/>
            <a:ext cx="5546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0" name="Google Shape;230;p29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-5172833">
            <a:off x="4993074" y="1188563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>
            <a:off x="894100" y="327163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Curriculum vitae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32" name="Google Shape;232;p29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-5947131">
            <a:off x="-508426" y="3574264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 txBox="1"/>
          <p:nvPr>
            <p:ph idx="4294967295" type="body"/>
          </p:nvPr>
        </p:nvSpPr>
        <p:spPr>
          <a:xfrm>
            <a:off x="873700" y="1017238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Ha senso avere più di un Curriculum?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Sì se devo candidarmi per posizioni diverse, e se l’importanza delle mie esperienze è diversa dal punto di vista di chi mi deve assumere.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Sì se devo lavorare all’estero e mi serve un CV in lingua (almeno in inglese è abbastanza comodo tenerne uno pronto).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 se lavoro in proprio, in quel caso può avere senso una versione breve «raccontata» del curriculum da girare ad eventuali testate web o giornalisti se necessario.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122" y="162725"/>
            <a:ext cx="6071930" cy="481804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>
            <p:ph idx="4294967295" type="body"/>
          </p:nvPr>
        </p:nvSpPr>
        <p:spPr>
          <a:xfrm>
            <a:off x="1840364" y="1059974"/>
            <a:ext cx="5418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 volte non è necessario utilizzare strumenti super elaborati per creare un listino e delle promozioni, soprattutto quando questo è per un utilizzo slegato dai social media.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Che sia un riepilogo da conservare per sé o un rapido memorandum da realizzare e tenere a portata di mano sul bancone un listino è sempre comodo da avere a portata di mano.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Lo stesso template può essere utilizzato anche per altre funzioni altrettanto semplici ma comode (lista numeri utili, password del wi-fi e ecc.)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40" name="Google Shape;240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7240662">
            <a:off x="6146266" y="690957"/>
            <a:ext cx="2118143" cy="79048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2473359" y="369900"/>
            <a:ext cx="415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Listini e promo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42" name="Google Shape;242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97472">
            <a:off x="437011" y="3493898"/>
            <a:ext cx="2077152" cy="804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122" y="162725"/>
            <a:ext cx="6071930" cy="481804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1"/>
          <p:cNvSpPr txBox="1"/>
          <p:nvPr>
            <p:ph idx="4294967295" type="body"/>
          </p:nvPr>
        </p:nvSpPr>
        <p:spPr>
          <a:xfrm>
            <a:off x="1840364" y="979053"/>
            <a:ext cx="5418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Come impostare un listino in Word ?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Indicare in cima il logo del salone o della propria attività;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Usare un titolo chiaro (es. «listino prezzi e servizi»)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Indicare un periodo di validità (es. listino primavera - estate 2024) se prevedete che i prezzi possano cambiare periodicamente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Creare una Tabella che indica i seguenti punti: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Tipologia Trattamento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Durata (se prevista)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Prezzo per il trattamento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Eventuale prezzo scontato (se previsto)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trattamenti vanno suddivisi per tipologia e per fascia di prezzo,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Solitamente i trattamenti più frequenti e quelli meno costosi si trovano in cima alla lista, mentre quelli più costosi sono alla fine dell’elenco per non far pensare ai clienti di essere troppo costosi anche per i trattamenti base.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49" name="Google Shape;249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7240662">
            <a:off x="6146266" y="690957"/>
            <a:ext cx="2118143" cy="79048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1"/>
          <p:cNvSpPr txBox="1"/>
          <p:nvPr/>
        </p:nvSpPr>
        <p:spPr>
          <a:xfrm>
            <a:off x="2473359" y="288979"/>
            <a:ext cx="4155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Listini e promo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51" name="Google Shape;251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97472">
            <a:off x="437011" y="3493898"/>
            <a:ext cx="2077152" cy="804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