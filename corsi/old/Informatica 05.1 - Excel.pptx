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95423f2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95423f2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95423f23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95423f23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95423f23f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95423f23f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95423f23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95423f23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95423f23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95423f23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95423f23f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b95423f23f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95423f23f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95423f23f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0CCBC"/>
            </a:gs>
            <a:gs pos="100000">
              <a:srgbClr val="41897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Informatica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Modulo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Fogli di calcolo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Corso Estetica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79" name="Google Shape;79;p1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893974" y="495895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Excel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81" name="Google Shape;81;p14"/>
          <p:cNvSpPr txBox="1"/>
          <p:nvPr>
            <p:ph idx="4294967295" type="body"/>
          </p:nvPr>
        </p:nvSpPr>
        <p:spPr>
          <a:xfrm>
            <a:off x="893974" y="1185979"/>
            <a:ext cx="38694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Excel è un software di fogli di calcolo sviluppato da Microsoft che fa parte del pacchetto Microsoft Office.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Excel offre 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una interfaccia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basata su celle, consentendo agli utenti di organizzare, analizzare e visualizzare informazioni in tabelle.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Con potenti funzionalità di formattazione, grafici e calcoli automatici, Excel è ampiamente utilizzato in ambito professionale per creare report finanziari, monitorare inventari, pianificare progetti e altro ancora.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La sua versatilità e facilità d'uso lo rendono uno strumento indispensabile per professionisti, studenti e aziende.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77825" y="0"/>
            <a:ext cx="2266163" cy="24707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84" name="Google Shape;84;p14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20252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0" name="Google Shape;90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5"/>
          <p:cNvSpPr txBox="1"/>
          <p:nvPr/>
        </p:nvSpPr>
        <p:spPr>
          <a:xfrm>
            <a:off x="893974" y="495895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A cosa serve?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92" name="Google Shape;92;p15"/>
          <p:cNvSpPr txBox="1"/>
          <p:nvPr>
            <p:ph idx="4294967295" type="body"/>
          </p:nvPr>
        </p:nvSpPr>
        <p:spPr>
          <a:xfrm>
            <a:off x="893974" y="1185979"/>
            <a:ext cx="38694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Molte delle attività quotidiane  di un salone potrebbero beneficiare dall'uso di Excel, poiché permette di manipolare in modo ordinato i dati e di fornire supporto informatico alla gestione del negozio e della clientela.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Ad esempio, potremmo avere bisogno di gestire un inventario dei materiali attualmente a disposizione, registrare le spese per gli spostamenti o per la promozione online, creare programmi di appuntamenti, o monitorare le entrate e le uscite finanziarie.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3" name="Google Shape;9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94" name="Google Shape;94;p15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20252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2901" y="351075"/>
            <a:ext cx="2607676" cy="21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01" name="Google Shape;101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6"/>
          <p:cNvSpPr txBox="1"/>
          <p:nvPr/>
        </p:nvSpPr>
        <p:spPr>
          <a:xfrm>
            <a:off x="893974" y="495895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Concetti base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03" name="Google Shape;103;p16"/>
          <p:cNvSpPr txBox="1"/>
          <p:nvPr>
            <p:ph idx="4294967295" type="body"/>
          </p:nvPr>
        </p:nvSpPr>
        <p:spPr>
          <a:xfrm>
            <a:off x="893974" y="1185979"/>
            <a:ext cx="38694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file excel (con estensione xls) è composto da alcuni elementi fondamentali.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Cella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Una cella è l'unità di base all'interno di una griglia. La sua posizione è identificata da 2 elementi: una lettera che ne indica la sua posizione nelle colonne ed un numero che ne indica la sua posizione nelle righe.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Foglio di calcolo</a:t>
            </a:r>
            <a:endParaRPr b="1"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insieme ordinato di celle compone un foglio di calcolo.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 un foglio di calcolo si possono organizzare tabelle, formule e grafici.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04" name="Google Shape;10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05" name="Google Shape;105;p16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20252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2901" y="351075"/>
            <a:ext cx="2607676" cy="21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DCECD5"/>
            </a:gs>
            <a:gs pos="100000">
              <a:srgbClr val="92BC8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2" name="Google Shape;112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 txBox="1"/>
          <p:nvPr/>
        </p:nvSpPr>
        <p:spPr>
          <a:xfrm>
            <a:off x="893974" y="495895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Concetti base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14" name="Google Shape;114;p17"/>
          <p:cNvSpPr txBox="1"/>
          <p:nvPr>
            <p:ph idx="4294967295" type="body"/>
          </p:nvPr>
        </p:nvSpPr>
        <p:spPr>
          <a:xfrm>
            <a:off x="893974" y="1185979"/>
            <a:ext cx="38694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file excel (con estensione xls) è composto da alcuni elementi fondamentali.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200">
                <a:latin typeface="Raleway"/>
                <a:ea typeface="Raleway"/>
                <a:cs typeface="Raleway"/>
                <a:sym typeface="Raleway"/>
              </a:rPr>
              <a:t>Pagine</a:t>
            </a: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Un file excel può contenere al suo interno più di un foglio di calcolo, ad esempio posso avere un foglio per ogni settimana del mese tenere traccia delle prenotazioni.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formule di excel permettono ai dati di essere calcolati anche usando le informazioni presenti in altre pagine, sia dello stesso foglio, sia addirittura di altri files.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750" y="2775575"/>
            <a:ext cx="4731249" cy="23679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16" name="Google Shape;116;p17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20252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12901" y="351075"/>
            <a:ext cx="2607676" cy="216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ECDB"/>
            </a:gs>
            <a:gs pos="100000">
              <a:srgbClr val="F0AA6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23" name="Google Shape;123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893974" y="495895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Celle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25" name="Google Shape;125;p18"/>
          <p:cNvSpPr txBox="1"/>
          <p:nvPr>
            <p:ph idx="4294967295" type="body"/>
          </p:nvPr>
        </p:nvSpPr>
        <p:spPr>
          <a:xfrm>
            <a:off x="893974" y="1185979"/>
            <a:ext cx="38694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 Excel, una cella è l'unità di base all'interno della griglia. 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Puoi selezionare una cella facendo clic con il mouse. La cella selezionata è evidenziata e il suo riferimento, ad esempio “A1” oppure “B2”, è mostrato nella barra degli indirizzi.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Dopo aver selezionato una cella, puoi inserire dati al suo interno. Questi dati possono essere numeri, testo o date. Basta fare clic sulla barra della formula o direttamente sulla cella, digitare i dati e premere INVIO.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Le informazioni sono riportate sia nella cella sia nella barra della formula (poi vedremo perché è così utile).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26" name="Google Shape;126;p18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20252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8950" y="2265553"/>
            <a:ext cx="3612650" cy="2054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ECDB"/>
            </a:gs>
            <a:gs pos="100000">
              <a:srgbClr val="F0AA6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33" name="Google Shape;133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 txBox="1"/>
          <p:nvPr/>
        </p:nvSpPr>
        <p:spPr>
          <a:xfrm>
            <a:off x="893974" y="575686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Formattazione del testo di una cella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5" name="Google Shape;135;p19"/>
          <p:cNvSpPr txBox="1"/>
          <p:nvPr>
            <p:ph idx="4294967295" type="body"/>
          </p:nvPr>
        </p:nvSpPr>
        <p:spPr>
          <a:xfrm>
            <a:off x="893974" y="1265769"/>
            <a:ext cx="38694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Come per Word puoi formattare il testo all'interno di una cella modificandone il colore, la dimensione o lo stile del carattere.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Seleziona la cella, vai alla barra degli strumenti e utilizza gli strumenti di formattazione del testo. Puoi modificare l'allineamento del testo all'interno di una cella sia orizzontale che verticale.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Puoi aggiungere colore di sfondo a una cella per evidenziarla o cambiarne l'aspetto. Inoltre, puoi aggiungere bordi attorno a una cella o a un intervallo di celle per delimitarle.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36" name="Google Shape;136;p19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20252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8300" y="603200"/>
            <a:ext cx="3125325" cy="3937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DECDB"/>
            </a:gs>
            <a:gs pos="100000">
              <a:srgbClr val="F0AA63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875" y="162731"/>
            <a:ext cx="4795675" cy="4818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iece of duct tape sticking a note to the slide" id="143" name="Google Shape;143;p2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4507550">
            <a:off x="4254697" y="843434"/>
            <a:ext cx="1867983" cy="589004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/>
        </p:nvSpPr>
        <p:spPr>
          <a:xfrm>
            <a:off x="893974" y="575686"/>
            <a:ext cx="38694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Formattazione del testo di una cella</a:t>
            </a:r>
            <a:endParaRPr b="1" sz="30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45" name="Google Shape;145;p20"/>
          <p:cNvSpPr txBox="1"/>
          <p:nvPr>
            <p:ph idx="4294967295" type="body"/>
          </p:nvPr>
        </p:nvSpPr>
        <p:spPr>
          <a:xfrm>
            <a:off x="893974" y="1265769"/>
            <a:ext cx="3869400" cy="332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E’ inoltre possibile decidere come gestire i testi lunghi della dimensione della cella, decidendo se andare a capo oppure se proseguire in orizzontale.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>
                <a:latin typeface="Raleway"/>
                <a:ea typeface="Raleway"/>
                <a:cs typeface="Raleway"/>
                <a:sym typeface="Raleway"/>
              </a:rPr>
              <a:t>Inoltre Excel ci da la possibilità di unire più celle in una nel caso in cui dovessimo averne bisogno (es. titoli).</a:t>
            </a:r>
            <a:endParaRPr sz="1200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descr="Piece of duct tape sticking a note to the slide" id="146" name="Google Shape;146;p20"/>
          <p:cNvPicPr preferRelativeResize="0"/>
          <p:nvPr/>
        </p:nvPicPr>
        <p:blipFill rotWithShape="1">
          <a:blip r:embed="rId4">
            <a:alphaModFix/>
          </a:blip>
          <a:srcRect b="10012" l="9245" r="2118" t="5926"/>
          <a:stretch/>
        </p:blipFill>
        <p:spPr>
          <a:xfrm rot="-5437105">
            <a:off x="-420252" y="3752333"/>
            <a:ext cx="1867983" cy="589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58300" y="603200"/>
            <a:ext cx="3125325" cy="3937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