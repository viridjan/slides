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5423f2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5423f2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2b6bca32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2b6bca3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2b6bca32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2b6bca3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2b6bca32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2b6bca32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2b6bca3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2b6bca3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2b6bca32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2b6bca32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2b6bca32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2b6bca32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2b6bca32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2b6bca32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2b6bca32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2b6bca32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b6bca32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b6bca32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2b6bca32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2b6bca32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2b6bca32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2b6bca32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b6bca32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2b6bca32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2b6bca32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2b6bca32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0CCBC"/>
            </a:gs>
            <a:gs pos="100000">
              <a:srgbClr val="41897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identity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branding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893974" y="584481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Social media management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689775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"social media management" si riferisce alla gestione strategica e operativa delle attività di un'organizzazione sui social media.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Questa pratica coinvolge la pianificazione, l'implementazione e il monitoraggio delle attività sui vari canali social.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Gli obiettivi principali del social media managing includono l'incremento della visibilità del brand, l'interazione con il pubblico di riferimento, la promozione di prodotti o servizi, e la gestione della reputazione online.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elemento fondamentale per far funzionare il social media managing è che  la comunicazione sui social media sia coerente con gli obiettivi generali e i valori del brand.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3" name="Google Shape;83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9" name="Google Shape;89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893974" y="584481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Social media management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5"/>
          <p:cNvSpPr txBox="1"/>
          <p:nvPr>
            <p:ph idx="4294967295" type="body"/>
          </p:nvPr>
        </p:nvSpPr>
        <p:spPr>
          <a:xfrm>
            <a:off x="689775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Perche’ e’ importante?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Attualmente i principali canali di acquisizione clienti sono 3 in ordine di importanza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«Passaparola» tra persone che hanno provato il prodotto/servizio e lo hanno consigliato agli altri;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Pubblicità attraverso i social media;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Offerte e promozioni mirate ad un pubblico selezionato.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3" name="Google Shape;93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1826" y="0"/>
            <a:ext cx="3554324" cy="28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0" name="Google Shape;100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893974" y="584481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Social media management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6"/>
          <p:cNvSpPr txBox="1"/>
          <p:nvPr>
            <p:ph idx="4294967295" type="body"/>
          </p:nvPr>
        </p:nvSpPr>
        <p:spPr>
          <a:xfrm>
            <a:off x="689775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Quali sono i passi da seguire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L’obiettivo principale della promozione attraverso i social media è quello di definire, migliorare e rendere coerente la narrazione social per quello che riguarda se stessi e/o il proprio marchio.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Creazione di una Brand Identity / Self identity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Identificazione del Target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Autopromozione attraverso i social media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03" name="Google Shape;103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55818">
            <a:off x="4541857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0" name="Google Shape;110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893974" y="486052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Brand identity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17"/>
          <p:cNvSpPr txBox="1"/>
          <p:nvPr>
            <p:ph idx="4294967295" type="body"/>
          </p:nvPr>
        </p:nvSpPr>
        <p:spPr>
          <a:xfrm>
            <a:off x="738989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Brand Identity è il cuore dell'immagine di un'azienda.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È come un marchio si presenta al mondo e cerca di farsi riconoscere in mezzo alla moltitudine.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Questa identità va oltre il semplice logo; include elementi come i colori aziendali, il tono della comunicazione, lo stile grafico e, soprattutto, i valori fondamentali.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Immagina la Brand Identity come la personalità di un marchio: cosa ama, cosa promuove e come interagisce con il pubblico.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coerenza è essenziale nella creazione di una Brand Identity solida. Questo significa che ogni aspetto visivo e comunicativo dovrebbe riflettere gli stessi tratti distintivi.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13" name="Google Shape;113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55818">
            <a:off x="4541857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0" name="Google Shape;120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893974" y="1056937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Brand identity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vs.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Brand image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738989" y="205214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Brand Identity è come TU vuoi che il marchio venga percepito.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Brand Image è come GLI ALTRI ti percepiscono attualmente.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L’obiettivo di una campagna promozionale è che brand identity e brand image coincidano.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23" name="Google Shape;123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7343" y="1361964"/>
            <a:ext cx="4554950" cy="34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0" name="Google Shape;130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893974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Elementi di b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rand identity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" name="Google Shape;132;p19"/>
          <p:cNvSpPr txBox="1"/>
          <p:nvPr>
            <p:ph idx="4294967295" type="body"/>
          </p:nvPr>
        </p:nvSpPr>
        <p:spPr>
          <a:xfrm>
            <a:off x="738989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Logo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: Deve essere riconoscibile e facilmente associabile ai concetti guida del marchio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Behavior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(comportamenti): è la narrazione di ciò che fai attraverso i tuoi comportamenti  (ad esempio azioni per promuovere il tuo interesse per l’ambiente, per il volontariato, o per il quartiere ecc.)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Linguaggio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: Indica chi sono i tuoi interlocutori principali, un linguaggio informale, semi formale, giovanile , slang o iperformale, cambia il modo in cui il marchio viene raccontato (storytelling)  e percepito.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33" name="Google Shape;133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6495" y="1569847"/>
            <a:ext cx="5412216" cy="283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0" name="Google Shape;140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893974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Elementi di brand identity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p20"/>
          <p:cNvSpPr txBox="1"/>
          <p:nvPr>
            <p:ph idx="4294967295" type="body"/>
          </p:nvPr>
        </p:nvSpPr>
        <p:spPr>
          <a:xfrm>
            <a:off x="738989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Vision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: Come il marchio «vede» il suo ambito di azione ad esempio la vision del marchio «Chiara Ferragni» è: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1200">
                <a:latin typeface="Raleway"/>
                <a:ea typeface="Raleway"/>
                <a:cs typeface="Raleway"/>
                <a:sym typeface="Raleway"/>
              </a:rPr>
              <a:t>Chiara Ferragni è il brand della condivisione, della gioia, dei valori e dell’ottimismo, sia nel mondo reale che nell’universo digitale.</a:t>
            </a:r>
            <a:endParaRPr i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Mission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: Sono gli obiettivi di narrazione che il marchio vuole raggiungere, e il modo nel quale i clienti devono identificarsi nel marchio.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r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" sz="1200">
                <a:latin typeface="Raleway"/>
                <a:ea typeface="Raleway"/>
                <a:cs typeface="Raleway"/>
                <a:sym typeface="Raleway"/>
              </a:rPr>
              <a:t>Le donne che vestono Chiara Ferragni sono dinamiche, internazionali, moderne e determinate.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43" name="Google Shape;143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6495" y="1569847"/>
            <a:ext cx="5412216" cy="283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0" name="Google Shape;150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>
            <a:off x="893974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Elementi di brand identity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2" name="Google Shape;152;p21"/>
          <p:cNvSpPr txBox="1"/>
          <p:nvPr>
            <p:ph idx="4294967295" type="body"/>
          </p:nvPr>
        </p:nvSpPr>
        <p:spPr>
          <a:xfrm>
            <a:off x="738989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Cultura, design e comunicazione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: sono gli elementi attraverso i quali il brand sceglie i prodotti da vendere al suo pubblico, e lo storytelling da portare avanti nei vari momenti di comunicazione del marchio.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Brand Identity è fondamentale per stabilire una connessione emotiva con il pubblico, aiutando a creare fiducia riconoscibilità nel tempo.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53" name="Google Shape;153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6495" y="1569847"/>
            <a:ext cx="5412216" cy="283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0" name="Google Shape;160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Self-branding (auto-promozione)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2" name="Google Shape;162;p22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Che tu sia un professionista, uno studente o un appassionato di qualche hobby, il Self Branding ti aiuta a comunicare chi sei e cosa puoi offrire.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processo coinvolge la creazione di una narrazione coesa sulla tua vita e le tue esperienze, con l'obiettivo di costruire una reputazione positiva e autentica.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Allo stesso modo in cui un marchio mantiene la sua identità attraverso il tempo, il Self Branding richiede una gestione attenta per garantire una percezione coesa e autentica da parte degli altri.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problema è che mentre un marchio può essere abbandonato o ricostruito con un nuovo nome il Self branding è più distruttivo se usato male.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63" name="Google Shape;163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275" y="1210013"/>
            <a:ext cx="2723475" cy="272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0" name="Google Shape;170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 flipH="1">
            <a:off x="4132251" y="3580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Self-brandin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2" name="Google Shape;172;p23"/>
          <p:cNvSpPr txBox="1"/>
          <p:nvPr>
            <p:ph idx="4294967295" type="body"/>
          </p:nvPr>
        </p:nvSpPr>
        <p:spPr>
          <a:xfrm flipH="1">
            <a:off x="3953637" y="1067861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chiave del successo nel Self Branding è la coerenza nel tempo.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tua presenza online, il modo in cui ti presenti alle persone e le tue azioni dovrebbero rispecchiare i valori e l'immagine che desideri proiettare. Ricorda che sei sempre un brand anche quando giri per strada, quando sei a scuola o quando fai un aperitivo!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Uno storytelling arrogante, menefreghista, pigro e/o disinteressato è difficile da cambiare e può significare la fine di una carriera o l’obbligo di nascondersi dietro un brand più forte per sempre.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Allo stesso modo in cui un marchio mantiene la sua identità attraverso il tempo, il Self Branding richiede una gestione attenta per garantire una percezione coesa e autentica da parte degli altri.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73" name="Google Shape;173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1169225"/>
            <a:ext cx="3750900" cy="397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0" name="Google Shape;180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/>
        </p:nvSpPr>
        <p:spPr>
          <a:xfrm flipH="1">
            <a:off x="4132251" y="3580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Destinatari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2" name="Google Shape;182;p24"/>
          <p:cNvSpPr txBox="1"/>
          <p:nvPr>
            <p:ph idx="4294967295" type="body"/>
          </p:nvPr>
        </p:nvSpPr>
        <p:spPr>
          <a:xfrm flipH="1">
            <a:off x="3953637" y="1067861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target di pubblico si riferisce al gruppo specifico di persone a cui un'azienda o un marchio mira con le proprie attività di marketing e pubblicità.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gruppo è composto da individui che hanno caratteristiche, interessi e bisogni comuni, rendendoli più propensi a essere interessati ai prodotti o servizi offerti dall'azienda.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Identificare e comprendere il proprio target di pubblico è cruciale per creare strategie di marketing più efficaci e raggiungere le persone giuste.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83" name="Google Shape;183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871900"/>
            <a:ext cx="3366426" cy="311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0" name="Google Shape;190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 flipH="1">
            <a:off x="4132251" y="3580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Destinatari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2" name="Google Shape;192;p25"/>
          <p:cNvSpPr txBox="1"/>
          <p:nvPr>
            <p:ph idx="4294967295" type="body"/>
          </p:nvPr>
        </p:nvSpPr>
        <p:spPr>
          <a:xfrm flipH="1">
            <a:off x="3953637" y="1067861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sintesi, definire il target di pubblico per un'azienda implica la comprensione approfondita di chi sono i potenziali clienti, cosa li motiva e come possono essere raggiunti in modo efficace.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Questa operazione diventa una guida per tutte le decisioni di marketing, aiutando a concentrarsi sulle persone che sono più propense a diventare clienti soddisfatti.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93" name="Google Shape;193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871900"/>
            <a:ext cx="3366426" cy="311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0" name="Google Shape;200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 flipH="1">
            <a:off x="4132251" y="3580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Profilazione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2" name="Google Shape;202;p26"/>
          <p:cNvSpPr txBox="1"/>
          <p:nvPr>
            <p:ph idx="4294967295" type="body"/>
          </p:nvPr>
        </p:nvSpPr>
        <p:spPr>
          <a:xfrm flipH="1">
            <a:off x="3953637" y="1067861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1. Analisi del Prodotto o Servizio: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Comincia analizzando il tuo prodotto o servizio. Quali sono le sue caratteristiche distintive? A chi potrebbe essere particolarmente utile o interessante?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2. Ricerca di Mercato: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Conduci una ricerca di mercato per comprendere meglio chi sono i potenziali clienti. Questo può includere sondaggi, analisi dei concorrenti e raccolta di dati demografici e schede clienti di lavori precedenti.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3. Segmentazione del Mercato: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Dividi il mercato in segmenti basati su criteri come età, genere, reddito, posizione geografica, comportamenti di acquisto, e altri fattori rilevanti per il tuo settore.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03" name="Google Shape;203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871900"/>
            <a:ext cx="3366426" cy="311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0" name="Google Shape;210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 flipH="1">
            <a:off x="4132251" y="3580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Profilazione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27"/>
          <p:cNvSpPr txBox="1"/>
          <p:nvPr>
            <p:ph idx="4294967295" type="body"/>
          </p:nvPr>
        </p:nvSpPr>
        <p:spPr>
          <a:xfrm flipH="1">
            <a:off x="3953637" y="1067861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4. Creazione di Buying Persona: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Crea "Persone" rappresentative dei tuoi clienti ideali. Queste sono figure fittizie che incarnano le caratteristiche principali del tuo target di pubblico.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5. Valutazione degli Interessi e Comportamenti: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Considera gli interessi, gli stili di vita e i comportamenti delle persone che potrebbero essere interessate al tuo prodotto o servizio.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6. Identificazione di Problemi e Bisogni: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Cerca di capire i problemi o i bisogni che il tuo prodotto o servizio può risolvere per il tuo target di pubblico. Questo aiuta a creare messaggi di marketing più persuasivi.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13" name="Google Shape;213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871900"/>
            <a:ext cx="3366426" cy="311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