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bold.fntdata"/><Relationship Id="rId12" Type="http://schemas.openxmlformats.org/officeDocument/2006/relationships/slide" Target="slides/slide7.xml"/><Relationship Id="rId34" Type="http://schemas.openxmlformats.org/officeDocument/2006/relationships/font" Target="fonts/Raleway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d9ba96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2d9ba96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2d9ba96c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2d9ba96c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d9ba96c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d9ba96c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2d9ba96c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2d9ba96c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2d9ba96c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2d9ba96c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2d9ba96c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2d9ba96c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d9ba96c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2d9ba96c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d9ba96c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2d9ba96c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2d9ba96c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2d9ba96c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2d9ba96c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2d9ba96c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d9ba96c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2d9ba96c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d9ba96c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2d9ba96c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2d9ba96c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2d9ba96c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2d9ba96c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2d9ba96c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2d9ba96c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2d9ba96c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2d9ba96c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2d9ba96c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2d9ba96c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2d9ba96c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2d9ba96c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2d9ba96c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2d9ba96c4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2d9ba96c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2d9ba96c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2d9ba96c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d9ba96c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2d9ba96c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2d9ba96c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2d9ba96c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2d9ba96c4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2d9ba96c4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2d9ba96c4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2d9ba96c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2d9ba96c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2d9ba96c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2d9ba96c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2d9ba96c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2d9ba96c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2d9ba96c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Sicurezza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Cybersecurity quotidiana: proteggere account, dati e dispositivi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Introduzione pratica alla sicurezza informatica per utenti comuni, con esempi reali e buone pratiche applicabili ogni giorno.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7" name="Google Shape;87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Perché la sicurezza informatica riguarda tutti.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sicurezza informatica non riguarda soltanto aziende o programmatori. Ogni persona possiede dati importanti come account social, email, password, foto e documenti personali.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Molti attacchi moderni prendono di mira utenti comuni poco preparati.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5" name="Google Shape;95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Una password sicura dovrebbe essere lunga, difficile da indovinare e diversa per ogni servizio. Le password riutilizzate rappresentano uno dei principali rischi per gli account online.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Frasi lunghe e semplici da ricordare sono spesso più efficaci di password brevi e complicate.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3" name="Google Shape;103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Errori comuni nelle password.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Molte persone utilizzano la stessa password su più siti oppure scelgono password prevedibili come nomi o date di nascita.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Quando un sito viene violato, gli attaccanti provano spesso le stesse credenziali anche su altri servizi.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1" name="Google Shape;111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" name="Google Shape;113;p1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Salvare password su foglietti, file di testo o chat personali può essere molto rischioso.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importante utilizzare strumenti pensati appositamente per proteggere le credenziali.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9" name="Google Shape;119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Password manager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password manager memorizza le password in modo cifrato. L’utente deve ricordare soltanto una password principale, mentre il software gestisce tutte le altre.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permette di utilizzare password lunghe e diverse senza doverle memorizzare manualmente.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7" name="Google Shape;127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p20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Sincronizzazione del password manager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Molti password manager sincronizzano le credenziali tra computer e smartphone tramite cloud cifrato.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fondamentale proteggere bene l’account principale e conservare eventuali codici di recupero.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5" name="Google Shape;135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7" name="Google Shape;137;p21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Cos’ e ’la 2FA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2FA aggiunge un secondo livello di sicurezza oltre alla password.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Anche se qualcuno scopre la password, non potrà accedere all’account senza il secondo fattore di autenticazione.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3" name="Google Shape;143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2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Tipologiedi 2FA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verifica a due fattori può funzionare tramite SMS, email, applicazioni authenticator oppure chiavi hardware.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app authenticator generano codici temporanei, mentre le chiavi hardware usano autenticazione crittografica.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1" name="Google Shape;151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3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FIDO2 e chiavihrdware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FIDO2 è uno standard moderno di autenticazione che utilizza dispositivi fisici come YubiKey o chiavi USB dedicate.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molti casi permette persino di eliminare completamente le password tradizionali.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9" name="Google Shape;159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2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Perche’ FIDO2 e’ piu’ sicuro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FIDO2 è molto resistente al phishing perché il dispositivo verifica automaticamente il sito corretto prima di autenticare l’utente.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 differenza dei codici SMS o authenticator, non esiste un codice da copiare o rubare.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7" name="Google Shape;167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9" name="Google Shape;169;p2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Mail di recupero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mail principale di recupero è uno degli elementi più importanti della sicurezza digitale.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un attaccante ottiene accesso alla mail principale, spesso può reimpostare le password di molti altri servizi collegati.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5" name="Google Shape;175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" name="Google Shape;177;p2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Perche’ fare logout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Lasciare account aperti su computer condivisi o pubblici può permettere ad altre persone di accedere ai dati personali.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Effettuare il logout interrompe la sessione attiva e riduce il rischio di accessi non autorizzati.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3" name="Google Shape;183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2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Cookies e token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browser utilizzano cookie e token per mantenere attiva la sessione senza richiedere continuamente la password.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Questi elementi permettono ai siti di riconoscere automaticamente l’utente autenticato.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1" name="Google Shape;191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2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Furto di cookies e token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Alcuni malware possono rubare cookie e token di sessione, permettendo agli attaccanti di entrare negli account senza conoscere la password.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Proteggere il dispositivo è quindi importante quanto proteggere le credenziali.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9" name="Google Shape;199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1" name="Google Shape;201;p2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Reti WIFI pubbliche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reti pubbliche possono essere rischiose perché non sappiamo chi le controlla realmente.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attaccante potrebbe creare reti false oppure intercettare parte del traffico dati degli utenti collegati.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7" name="Google Shape;207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" name="Google Shape;209;p30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Virus e Malwre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termine malware include virus, trojan, spyware, ransomware e altri software dannosi.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Questi programmi possono rubare dati, bloccare file oppure controllare il computer da remoto.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5" name="Google Shape;215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31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Keyloggers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keylogger registrano ciò che viene digitato sulla tastiera. Possono essere software nascosti oppure dispositivi fisici collegati al computer.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Spesso vengono utilizzati per rubare password e dati bancari.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3" name="Google Shape;223;p3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5" name="Google Shape;225;p32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Chiavette USB sconosciute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chiavette USB trovate o ricevute da sconosciuti possono contenere malware oppure dispositivi programmati per simulare tastiere automatiche.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Alcuni attacchi riescono a eseguire comandi in pochi secondi dopo il collegamento.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1" name="Google Shape;231;p3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3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" name="Google Shape;233;p33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Dispositivi intelligenti sconosciuti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Molti dispositivi smart utilizzano software proprietario che non può essere controllato pubblicamente.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Telecamere, router e dispositivi IoT vulnerabili possono diventare punti di accesso per attaccanti.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9" name="Google Shape;239;p3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1" name="Google Shape;241;p3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Codice open source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software open source rende pubblico il proprio codice. Questo permette a sviluppatori ed esperti di analizzarlo e individuare eventuali problemi di sicurezza.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L’open source aumenta trasparenza e verificabilità.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47" name="Google Shape;247;p3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" name="Google Shape;249;p3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Social Engineering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Molti attacchi informatici sfruttano la manipolazione psicologica invece delle vulnerabilità tecniche.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Urgenza, paura e autorità vengono spesso utilizzate per convincere le persone a consegnare informazioni sensibili.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55" name="Google Shape;255;p3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7" name="Google Shape;257;p3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Intelligenza artificiale e truffe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L’intelligenza artificiale permette oggi di creare email realistiche, immagini false, deepfake vocali e messaggi personalizzati.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rende le truffe moderne molto più convincenti.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63" name="Google Shape;263;p3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5" name="Google Shape;265;p3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Come riconoscere attacchi social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importante controllare attentamente link, mittenti e richieste sospette.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Quando possibile conviene verificare le richieste tramite un secondo canale di comunicazione.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71" name="Google Shape;271;p3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3" name="Google Shape;273;p3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Buone pratiche fondamentali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Utilizzare password manager, attivare la 2FA, aggiornare i dispositivi ed effettuare backup regolari sono tra le pratiche più importanti.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sicurezza assoluta non esiste, ma buone abitudini riducono enormemente i rischi.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79" name="Google Shape;279;p3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1" name="Google Shape;281;p3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Esercizi pratici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Gli esercizi finali possono includere la creazione di password sicure, la configurazione della 2FA e l’analisi di email phishing.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L’obiettivo è imparare a riconoscere comportamenti rischiosi nella vita quotidiana.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87" name="Google Shape;287;p4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Cyber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-security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9" name="Google Shape;289;p40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Conclusione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sicurezza informatica moderna dipende soprattutto dalla consapevolezza degli utenti.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Comprendere i rischi e sviluppare abitudini corrette permette di proteggere meglio account, dati e dispositivi.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