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5423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5423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2b6bca3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2b6bca3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b6bca3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2b6bca3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b955ef9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2b955ef9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b955ef9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b955ef9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b955ef9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2b955ef9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b955ef93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b955ef93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2b955ef93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2b955ef93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2b955ef93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2b955ef93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b955ef93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b955ef93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b955ef93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b955ef93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b955ef93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2b955ef93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b955ef93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b955ef93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2b955ef93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2b955ef93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2b955ef93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2b955ef93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media management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"social media management" si riferisce alla gestione strategica e operativa delle attività di un'organizzazione sui social media.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pratica coinvolge la pianificazione, l'implementazione e il monitoraggio delle attività sui vari canali social.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Gli obiettivi principali del social media managing includono l'incremento della visibilità del brand, l'interazione con il pubblico di riferimento, la promozione di prodotti o servizi, e la gestione della reputazione online.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elemento fondamentale per far funzionare il social media managing è che  la comunicazione sui social media sia coerente con gli obiettivi generali e i valori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3" name="Google Shape;83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9" name="Google Shape;89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5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e’ importante?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Attualmente i principali canali di acquisizione clienti sono 3 in ordine di importanza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«Passaparola» tra persone che hanno provato il prodotto/servizio e lo hanno consigliato agli altri;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Pubblicità attraverso i social media;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Offerte e promozioni mirate ad un pubblico selezionato.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3" name="Google Shape;93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1826" y="0"/>
            <a:ext cx="3554324" cy="28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0" name="Google Shape;100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6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Quali sono i passi da seguire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L’obiettivo principale della promozione attraverso i social media è quello di definire, migliorare e rendere coerente la narrazione social per quello che riguarda se stessi e/o il proprio marchio.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Creazione di una Brand Identity / Self identity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Identificazione del Target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Autopromozione attraverso i social media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03" name="Google Shape;103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55818">
            <a:off x="4541857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0" name="Google Shape;110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93974" y="673066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Promozione attraverso i social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7"/>
          <p:cNvSpPr txBox="1"/>
          <p:nvPr>
            <p:ph idx="4294967295" type="body"/>
          </p:nvPr>
        </p:nvSpPr>
        <p:spPr>
          <a:xfrm>
            <a:off x="689775" y="12745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Definita la tua self/brand Identity, profilato il target di clienti e identificate le keywords è il momento di iniziare a pubblicare post sui diversi social.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tempo è denaro! Scegli i social da utilizzare sulla base del target di pubblico da raggiungere; non è quasi mai produttivo essere su tutti i social a meno di non essere una multinazionale!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bene organizzare il momento nel quale dedicarti ai social in modo più massiccio, dedicando i momenti più «pieni» ai clienti che meritano il tuo 100%.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13" name="Google Shape;113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950" y="950144"/>
            <a:ext cx="3765050" cy="3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0" name="Google Shape;120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893974" y="299038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 social piu’ usati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689775" y="900533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Esistono decine e decine di social media, ma solo alcuni sono effettivamente interessanti per la promozione di un brand. Al 2024 i dati dicono che la top 10 dei social è: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Facebook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Instagram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X (ex Twitter)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LinkedIn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TikTok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Snapchat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Pinterest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WhatsApp: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eddit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YouTube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Ovviamente si tratta di un dato non profilato per i nostri utenti e come tale può variare in base a diversi fattori, inclusa la regione geografica, l'età e le tendenze culturali.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23" name="Google Shape;123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950" y="950144"/>
            <a:ext cx="3765050" cy="3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0" name="Google Shape;130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2" name="Google Shape;132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Facebook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 con un leggero predominio di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versatile utilizzata da un ampio spettro di utenti di diverse fasce d'età e interessi, anche se spesso identificata come una «piattaforma per anziani» ha attualmente il pubblico più ampio e vario.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ottimo per la promozione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0" name="Google Shape;140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2" name="Google Shape;142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Instagram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Storicamente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Focalizzato su immagini e video, Instagram è particolarmente popolare tra gli utenti più giovani (18-34) e coloro che amano condividere contenuti visuali, l’introduzione dei Reel ha permesso di  tornare in auge anche dopo l’apparizione di tik tok.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ottimo per la promozione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0" name="Google Shape;150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 flipH="1">
            <a:off x="4132251" y="466367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52" name="Google Shape;152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idx="4294967295" type="body"/>
          </p:nvPr>
        </p:nvSpPr>
        <p:spPr>
          <a:xfrm flipH="1">
            <a:off x="3953637" y="1176132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X (ex Twitter)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abbastanza equa tra uomini 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Utilizzato per condividere brevi messaggi di testo, link e contenuti multimediali. Attrae una vasta gamma di utenti, inclusi professionisti e appassionati di notizie.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fascia d’età è varia, ma la fascia culturale di riferimento tende verso un ceto culturale più altro della media.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sconsigliato per la promozione del brand perché non ha molto spazio per testi promozionali. Ha senso solo per il self-branding finalizzato alla ricerca del lavoro o consolidamento di leadership.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0" name="Google Shape;160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62" name="Google Shape;162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LinkedIn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equa, con una leggera inclinazione verso gli uomini.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orientata al networking professionale e alla ricerca di opportunità lavorative.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esto social e’ sconsigliato per la promozione del brand perché non ha molto spazio per testi promoziona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Ha senso solo per il self-branding finalizzato alla ricerca del lavoro o consolidamento di leadership.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0" name="Google Shape;170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72" name="Google Shape;172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Tiktok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Più popolare tra le donne, soprattutto tra gli utenti più giovani.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Famoso per i brevi video creativi e la sua popolarità tra la Generazione Z. Richiede la realizzazione di soli contenuti video di breve/brevissima durata.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TikTok è consigliato in caso di target giovane (&lt; 25 anni) anche se impegnativo in termini di produzione di contenuti.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0" name="Google Shape;180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82" name="Google Shape;182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Snapchat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Leggermente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Conosciuto per gli "snap" effimeri, è particolarmente popolare tra gli utenti più giovani per la condivisione di momenti istantanei. E’ più un social di «intrattenimento» che di promozione.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napchat è sconsigliato per la promozione del brand perché le pagine commerciali non funzionano bene su un social così orientato ai meme.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0" name="Google Shape;190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92" name="Google Shape;192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Pinterest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Una piattaforma di condivisione di immagini e idee, spesso utilizzata per la pianificazione di progetti e la ricerca di ispirazione.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Pinterest è sconsigliato per la promozione del brand perché è più orientato agli artisti, e può avere senso come archivio immagini e come social per la ricerca di ispirazione.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0" name="Google Shape;200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02" name="Google Shape;202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Whatsapp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Una popolare app di messaggistica istantanea, utilizzata principalmente per comunicazioni private.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WhatsApp è consigliato soprattutto per il consolidamento della clientela già acquisita (gruppi) e per le prenotazioni.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0" name="Google Shape;210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12" name="Google Shape;212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Reddit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In passato, più maschile, ma sempre più equo.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di discussioni e condivisione di contenuti organizzati in comunità tematiche (subreddit).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Reddit è sconsigliato  per ragioni geografiche in Italia è poco usato se non da particolarissime nicchie di utenti.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0" name="Google Shape;220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22" name="Google Shape;222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Youtube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abbastanza equa.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La principale piattaforma di condivisione video, con una vasta gamma di contenuti da parte di creatori di diverse nicchie.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Youtube è consigliato soprattutto per video lunghi che possono essere anche tagliati e condivisi su altre piattaforme.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