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Caveat"/>
      <p:regular r:id="rId31"/>
      <p:bold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veat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Caveat-bold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970c7fb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970c7fb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970c7fbf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d970c7fbf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82c4edd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82c4edd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d970c7fbf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d970c7fbf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d970c7fbf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d970c7fbf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847547d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847547d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82c4edd9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82c4edd9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847547d5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847547d5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847547d5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847547d5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847547d5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847547d5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847547d5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847547d5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847547d5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3847547d5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847547d5d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847547d5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847547d5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3847547d5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847547d5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847547d5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847547d5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3847547d5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847547d5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847547d5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847547d5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847547d5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847547d5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3847547d5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3847547d5d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3847547d5d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2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 Formazione per Docenti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Approfondimento sugli Strumenti Digitali per la Didattica 4.0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Contenuti del corso</a:t>
            </a:r>
            <a:endParaRPr sz="2400">
              <a:solidFill>
                <a:schemeClr val="accent3"/>
              </a:solidFill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Robotica Educativa: Micro:bit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225" y="1308225"/>
            <a:ext cx="3594250" cy="35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6" name="Google Shape;86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Wikipedia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Micro Bit (noto anche come BBC Micro Bit, stilizzato come micro:bit) è un sistema embedded progettato dalla BBC per l'utilizzo nella formazione informatica nel Regno Unito.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dispositivo è stato distribuito gratuitamente ad ogni alunno nel Regno Unito al settimo anno di scuola (circa 11 anni di età) nel 2016.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4" name="Google Shape;94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Microcontrollore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Google Shape;96;p16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microcontrollore, in elettronica digitale, è un dispositivo elettronico integrato su singolo circuito elettronico, nato come evoluzione alternativa al microprocessore e utilizzato generalmente in sistemi embedded ovvero per applicazioni specifiche di controllo digitale.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89475" y="2816825"/>
            <a:ext cx="2095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283099" y="720766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Utilizzare </a:t>
            </a:r>
            <a:r>
              <a:rPr lang="en">
                <a:solidFill>
                  <a:srgbClr val="D5A6BD"/>
                </a:solidFill>
              </a:rPr>
              <a:t>Micro:bit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400"/>
              <a:t>Utilizzando un browser internet, apriamo il link https://makecode.microbit.org/</a:t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 sz="2400"/>
              <a:t>Il software è totalmente online.</a:t>
            </a:r>
            <a:endParaRPr b="0" sz="2400"/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6025" y="2205525"/>
            <a:ext cx="3565525" cy="262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888" y="162725"/>
            <a:ext cx="5041725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9" name="Google Shape;109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85275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1056201" y="687400"/>
            <a:ext cx="3665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Micro:bit IDE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1" name="Google Shape;111;p18"/>
          <p:cNvSpPr txBox="1"/>
          <p:nvPr>
            <p:ph idx="4294967295" type="body"/>
          </p:nvPr>
        </p:nvSpPr>
        <p:spPr>
          <a:xfrm>
            <a:off x="823251" y="1377475"/>
            <a:ext cx="4131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Clicchiamo sul pulsante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New Project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Inseriamo il nome del progetto, quindi clicchiamo su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Create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 rotWithShape="1">
          <a:blip r:embed="rId5">
            <a:alphaModFix/>
          </a:blip>
          <a:srcRect b="5608" l="7220" r="3310" t="7451"/>
          <a:stretch/>
        </p:blipFill>
        <p:spPr>
          <a:xfrm>
            <a:off x="5897375" y="500000"/>
            <a:ext cx="2034275" cy="141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2013" y="2600325"/>
            <a:ext cx="3429587" cy="1982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48" y="162725"/>
            <a:ext cx="255330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9" name="Google Shape;119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43150" y="1000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178649" y="687400"/>
            <a:ext cx="25533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Micro:bit IDE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19"/>
          <p:cNvSpPr txBox="1"/>
          <p:nvPr>
            <p:ph idx="4294967295" type="body"/>
          </p:nvPr>
        </p:nvSpPr>
        <p:spPr>
          <a:xfrm>
            <a:off x="461999" y="1377475"/>
            <a:ext cx="19866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Micro:bit simulator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Toolbox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Linguaggio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Azioni rapide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Workspace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Salvataggio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AutoNum type="arabicPeriod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Azioni rapide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5075" y="1297002"/>
            <a:ext cx="6459876" cy="296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2597588" y="1459324"/>
            <a:ext cx="582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1</a:t>
            </a:r>
            <a:endParaRPr b="1" sz="50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642188" y="1296999"/>
            <a:ext cx="582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2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6191863" y="882399"/>
            <a:ext cx="582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F00FF"/>
                </a:solidFill>
                <a:latin typeface="Caveat"/>
                <a:ea typeface="Caveat"/>
                <a:cs typeface="Caveat"/>
                <a:sym typeface="Caveat"/>
              </a:rPr>
              <a:t>3</a:t>
            </a:r>
            <a:endParaRPr b="1" sz="5000">
              <a:solidFill>
                <a:srgbClr val="FF00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7673063" y="882399"/>
            <a:ext cx="582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F00FF"/>
                </a:solidFill>
                <a:latin typeface="Caveat"/>
                <a:ea typeface="Caveat"/>
                <a:cs typeface="Caveat"/>
                <a:sym typeface="Caveat"/>
              </a:rPr>
              <a:t>4</a:t>
            </a:r>
            <a:endParaRPr b="1" sz="5000">
              <a:solidFill>
                <a:srgbClr val="FF00FF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7037788" y="2062599"/>
            <a:ext cx="582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5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2808263" y="3586074"/>
            <a:ext cx="582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6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7741563" y="3586074"/>
            <a:ext cx="582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Caveat"/>
                <a:ea typeface="Caveat"/>
                <a:cs typeface="Caveat"/>
                <a:sym typeface="Caveat"/>
              </a:rPr>
              <a:t>7</a:t>
            </a:r>
            <a:endParaRPr b="1" sz="5000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descr="Piece of duct tape sticking a note to the slide" id="130" name="Google Shape;130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01000" y="4266251"/>
            <a:ext cx="2072000" cy="73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14003" r="14446" t="0"/>
          <a:stretch/>
        </p:blipFill>
        <p:spPr>
          <a:xfrm>
            <a:off x="1089075" y="1262000"/>
            <a:ext cx="7428100" cy="321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900" y="162725"/>
            <a:ext cx="5041725" cy="136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7" name="Google Shape;137;p20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-2700000">
            <a:off x="60095" y="507199"/>
            <a:ext cx="1435516" cy="50994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1056201" y="463775"/>
            <a:ext cx="3665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Micro:bit </a:t>
            </a: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hardware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39" name="Google Shape;139;p20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1033433">
            <a:off x="4849570" y="652750"/>
            <a:ext cx="1435517" cy="5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0" name="Google Shape;140;p20"/>
          <p:cNvPicPr preferRelativeResize="0"/>
          <p:nvPr/>
        </p:nvPicPr>
        <p:blipFill rotWithShape="1">
          <a:blip r:embed="rId5">
            <a:alphaModFix/>
          </a:blip>
          <a:srcRect b="10012" l="9245" r="2118" t="5926"/>
          <a:stretch/>
        </p:blipFill>
        <p:spPr>
          <a:xfrm rot="-2700000">
            <a:off x="7549945" y="4106574"/>
            <a:ext cx="1435516" cy="509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00" y="162725"/>
            <a:ext cx="5041725" cy="136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6" name="Google Shape;146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2700000">
            <a:off x="60095" y="507199"/>
            <a:ext cx="1435516" cy="5099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1056201" y="463775"/>
            <a:ext cx="3665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Love!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48" name="Google Shape;148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033433">
            <a:off x="4294745" y="201100"/>
            <a:ext cx="1435517" cy="5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9" name="Google Shape;149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1134809">
            <a:off x="4024595" y="1201987"/>
            <a:ext cx="1435516" cy="50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4275" y="2001750"/>
            <a:ext cx="347662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104" y="162725"/>
            <a:ext cx="3177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6" name="Google Shape;156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96375" y="462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/>
        </p:nvSpPr>
        <p:spPr>
          <a:xfrm>
            <a:off x="926921" y="614875"/>
            <a:ext cx="1297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Love!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" name="Google Shape;158;p22"/>
          <p:cNvSpPr txBox="1"/>
          <p:nvPr>
            <p:ph idx="4294967295" type="body"/>
          </p:nvPr>
        </p:nvSpPr>
        <p:spPr>
          <a:xfrm>
            <a:off x="279671" y="1377475"/>
            <a:ext cx="2592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questo progetto ci servono 2 blocchi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show leds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e 1 blocco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forever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Inserendoli come nell’immagine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 destra si otterrà immediatamente il risultato che volevamo ottenere.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5951" y="152400"/>
            <a:ext cx="2316340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8725" y="114300"/>
            <a:ext cx="1981200" cy="49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104" y="162725"/>
            <a:ext cx="3177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6" name="Google Shape;166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96375" y="462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/>
        </p:nvSpPr>
        <p:spPr>
          <a:xfrm>
            <a:off x="926921" y="614875"/>
            <a:ext cx="1297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Love!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8" name="Google Shape;168;p23"/>
          <p:cNvSpPr txBox="1"/>
          <p:nvPr>
            <p:ph idx="4294967295" type="body"/>
          </p:nvPr>
        </p:nvSpPr>
        <p:spPr>
          <a:xfrm>
            <a:off x="279671" y="1377475"/>
            <a:ext cx="2592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Utilizziamo il pulsante download per caricare l’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algoritmo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all’interno del Micro:bit.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Seguiamo tutti i passaggi finchè l’operazione non viene completata.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9471" y="1619250"/>
            <a:ext cx="410527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104" y="162725"/>
            <a:ext cx="3177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5" name="Google Shape;175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96375" y="462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/>
        </p:nvSpPr>
        <p:spPr>
          <a:xfrm>
            <a:off x="157525" y="614875"/>
            <a:ext cx="2952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Dado a 6 facce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" name="Google Shape;177;p24"/>
          <p:cNvSpPr txBox="1"/>
          <p:nvPr>
            <p:ph idx="4294967295" type="body"/>
          </p:nvPr>
        </p:nvSpPr>
        <p:spPr>
          <a:xfrm>
            <a:off x="279671" y="1377475"/>
            <a:ext cx="2592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questo progetto ci serve 1 blocchi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show number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e 1 blocco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on shake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Inserendoli come nell’immagine vedremo apparire uno zero quando muoveremo il micro:bit.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7446" y="152400"/>
            <a:ext cx="1897268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8826" y="152400"/>
            <a:ext cx="2316340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8900" y="3552813"/>
            <a:ext cx="173355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104" y="162725"/>
            <a:ext cx="3177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6" name="Google Shape;186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96375" y="462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/>
        </p:nvSpPr>
        <p:spPr>
          <a:xfrm>
            <a:off x="157525" y="614875"/>
            <a:ext cx="2945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Dado a 6 facce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8" name="Google Shape;188;p25"/>
          <p:cNvSpPr txBox="1"/>
          <p:nvPr>
            <p:ph idx="4294967295" type="body"/>
          </p:nvPr>
        </p:nvSpPr>
        <p:spPr>
          <a:xfrm>
            <a:off x="279671" y="1377475"/>
            <a:ext cx="2592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Possiamo inserire un numero casuale all’interno del cerchio dentro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show number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, utilizzando la funzione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pick random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Ricordiamoci di impostare il valore random da 1 a 6.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9" name="Google Shape;18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6846" y="152400"/>
            <a:ext cx="4295582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638" y="3618750"/>
            <a:ext cx="328612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00" y="162725"/>
            <a:ext cx="5041725" cy="136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6" name="Google Shape;196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2700000">
            <a:off x="60095" y="507199"/>
            <a:ext cx="1435516" cy="50994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 txBox="1"/>
          <p:nvPr/>
        </p:nvSpPr>
        <p:spPr>
          <a:xfrm>
            <a:off x="1056201" y="463775"/>
            <a:ext cx="3665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Love Meter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98" name="Google Shape;198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033433">
            <a:off x="4294745" y="201100"/>
            <a:ext cx="1435517" cy="5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9" name="Google Shape;199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1134809">
            <a:off x="4024595" y="1201987"/>
            <a:ext cx="1435516" cy="50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5800" y="1870897"/>
            <a:ext cx="347662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104" y="162725"/>
            <a:ext cx="3177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6" name="Google Shape;206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96375" y="462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/>
        </p:nvSpPr>
        <p:spPr>
          <a:xfrm>
            <a:off x="233725" y="614875"/>
            <a:ext cx="2952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Love Meter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8" name="Google Shape;208;p27"/>
          <p:cNvSpPr txBox="1"/>
          <p:nvPr>
            <p:ph idx="4294967295" type="body"/>
          </p:nvPr>
        </p:nvSpPr>
        <p:spPr>
          <a:xfrm>
            <a:off x="279671" y="1377475"/>
            <a:ext cx="2592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questo progetto ci serve 1 blocchi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show number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e 1 blocco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on pin pressed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funzionamento è identico al precedente esercizio, ma richiede che due persone tocchino il pin zero e gnd.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Possiamo visualizzare la scritta “Love meter” all’accensione utilizzando i blocchi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on start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show string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9" name="Google Shape;20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0563" y="523863"/>
            <a:ext cx="336232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7321" y="3506488"/>
            <a:ext cx="238125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00" y="162725"/>
            <a:ext cx="5041725" cy="136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6" name="Google Shape;216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2700000">
            <a:off x="60095" y="507199"/>
            <a:ext cx="1435516" cy="50994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/>
        </p:nvSpPr>
        <p:spPr>
          <a:xfrm>
            <a:off x="1056201" y="463775"/>
            <a:ext cx="3665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Clap! Clap!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18" name="Google Shape;218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033433">
            <a:off x="4294745" y="201100"/>
            <a:ext cx="1435517" cy="5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9" name="Google Shape;219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1134809">
            <a:off x="4024595" y="1201987"/>
            <a:ext cx="1435516" cy="50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1300" y="1803100"/>
            <a:ext cx="3675900" cy="2999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104" y="162725"/>
            <a:ext cx="3177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26" name="Google Shape;226;p2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96375" y="462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/>
        </p:nvSpPr>
        <p:spPr>
          <a:xfrm>
            <a:off x="233725" y="614875"/>
            <a:ext cx="2952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Clap! Clap!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8" name="Google Shape;228;p29"/>
          <p:cNvSpPr txBox="1"/>
          <p:nvPr>
            <p:ph idx="4294967295" type="body"/>
          </p:nvPr>
        </p:nvSpPr>
        <p:spPr>
          <a:xfrm>
            <a:off x="279671" y="1377475"/>
            <a:ext cx="2592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questo progetto ci servono i blocchi indicati sulla destra.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trovarli più facilmente, seguiamo i colori.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creare questo algoritmo c’è bisogno di creare la variabile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lightsOn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, non è importante che il nome sia esattamente quello.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Salviamo il codice e carichiamolo sul Micro:bit. Proviamo a battere le mani.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Proviamo a capire come funziona il codice.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9" name="Google Shape;22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8125" y="152400"/>
            <a:ext cx="360045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7375" y="1895475"/>
            <a:ext cx="327660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00" y="162725"/>
            <a:ext cx="5041725" cy="136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36" name="Google Shape;236;p3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2700000">
            <a:off x="60095" y="507199"/>
            <a:ext cx="1435516" cy="50994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/>
        </p:nvSpPr>
        <p:spPr>
          <a:xfrm>
            <a:off x="980001" y="463775"/>
            <a:ext cx="3665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Bussola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38" name="Google Shape;238;p3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033433">
            <a:off x="4294745" y="201100"/>
            <a:ext cx="1435517" cy="5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39" name="Google Shape;239;p3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1134809">
            <a:off x="4024595" y="1201987"/>
            <a:ext cx="1435516" cy="50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8075" y="2001777"/>
            <a:ext cx="2729075" cy="214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696" y="162725"/>
            <a:ext cx="3177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46" name="Google Shape;246;p3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082175" y="462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/>
          <p:nvPr/>
        </p:nvSpPr>
        <p:spPr>
          <a:xfrm>
            <a:off x="919525" y="614875"/>
            <a:ext cx="2952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Bussola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8" name="Google Shape;248;p31"/>
          <p:cNvSpPr txBox="1"/>
          <p:nvPr>
            <p:ph idx="4294967295" type="body"/>
          </p:nvPr>
        </p:nvSpPr>
        <p:spPr>
          <a:xfrm>
            <a:off x="965471" y="1377475"/>
            <a:ext cx="2592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questo progetto ci servono i blocchi indicati sulla destra.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trovarli più facilmente, seguiamo i colori.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creare questo algoritmo c’è bisogno di creare la variabile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degrees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, non è importante che il nome sia esattamente quello.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Salviamo il codice e carichiamolo sul Micro:bit. Proviamo a battere le mani.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Proviamo a capire come funziona il codice.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9" name="Google Shape;24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4900" y="152400"/>
            <a:ext cx="323348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00" y="162725"/>
            <a:ext cx="5041725" cy="136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55" name="Google Shape;255;p3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2700000">
            <a:off x="60095" y="507199"/>
            <a:ext cx="1435516" cy="50994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2"/>
          <p:cNvSpPr txBox="1"/>
          <p:nvPr/>
        </p:nvSpPr>
        <p:spPr>
          <a:xfrm>
            <a:off x="980001" y="463775"/>
            <a:ext cx="3665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Contapassi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57" name="Google Shape;257;p3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033433">
            <a:off x="4294745" y="201100"/>
            <a:ext cx="1435517" cy="509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58" name="Google Shape;258;p3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1134809">
            <a:off x="4024595" y="1201987"/>
            <a:ext cx="1435516" cy="50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2750" y="2001772"/>
            <a:ext cx="3415880" cy="290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696" y="162725"/>
            <a:ext cx="31775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65" name="Google Shape;265;p3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082175" y="462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3"/>
          <p:cNvSpPr txBox="1"/>
          <p:nvPr/>
        </p:nvSpPr>
        <p:spPr>
          <a:xfrm>
            <a:off x="919525" y="614875"/>
            <a:ext cx="29520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Contapassi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7" name="Google Shape;267;p33"/>
          <p:cNvSpPr txBox="1"/>
          <p:nvPr>
            <p:ph idx="4294967295" type="body"/>
          </p:nvPr>
        </p:nvSpPr>
        <p:spPr>
          <a:xfrm>
            <a:off x="965471" y="1225075"/>
            <a:ext cx="2592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questo progetto ci servono i blocchi indicati sulla destra.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trovarli più facilmente, seguiamo i colori.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 creare questo algoritmo c’è bisogno di creare la variabile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steps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, non è importante che il nome sia esattamente quello.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Salviamo il codice e carichiamolo sul Micro:bit. Proviamo a battere le mani.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Proviamo a capire come funziona il codice.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68" name="Google Shape;2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1475" y="1085850"/>
            <a:ext cx="26765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