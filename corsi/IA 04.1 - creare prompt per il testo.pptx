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cb9a0b074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cb9a0b07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a0911a3661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a0911a3661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a0911a3661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a0911a3661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0911a3661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0911a3661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0911a36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0911a36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a0911a3661_1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a0911a3661_1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0911a3661_1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0911a3661_1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a0911a3661_1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a0911a3661_1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a0911a3661_1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a0911a3661_1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a0911a3661_1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a0911a3661_1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a0911a3661_1_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a0911a3661_1_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a0911a3661_1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a0911a3661_1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0911a3661_1_2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0911a3661_1_2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0911a3661_1_2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0911a3661_1_2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a0911a3661_1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a0911a3661_1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lt1"/>
              </a:buClr>
              <a:buSzPts val="4800"/>
              <a:buNone/>
              <a:defRPr sz="4800">
                <a:solidFill>
                  <a:schemeClr val="lt1"/>
                </a:solidFill>
              </a:defRPr>
            </a:lvl1pPr>
            <a:lvl2pPr lvl="1" rtl="0" algn="ctr">
              <a:spcBef>
                <a:spcPts val="0"/>
              </a:spcBef>
              <a:spcAft>
                <a:spcPts val="0"/>
              </a:spcAft>
              <a:buClr>
                <a:schemeClr val="lt1"/>
              </a:buClr>
              <a:buSzPts val="4800"/>
              <a:buNone/>
              <a:defRPr sz="4800">
                <a:solidFill>
                  <a:schemeClr val="lt1"/>
                </a:solidFill>
              </a:defRPr>
            </a:lvl2pPr>
            <a:lvl3pPr lvl="2" rtl="0" algn="ctr">
              <a:spcBef>
                <a:spcPts val="0"/>
              </a:spcBef>
              <a:spcAft>
                <a:spcPts val="0"/>
              </a:spcAft>
              <a:buClr>
                <a:schemeClr val="lt1"/>
              </a:buClr>
              <a:buSzPts val="4800"/>
              <a:buNone/>
              <a:defRPr sz="4800">
                <a:solidFill>
                  <a:schemeClr val="lt1"/>
                </a:solidFill>
              </a:defRPr>
            </a:lvl3pPr>
            <a:lvl4pPr lvl="3" rtl="0" algn="ctr">
              <a:spcBef>
                <a:spcPts val="0"/>
              </a:spcBef>
              <a:spcAft>
                <a:spcPts val="0"/>
              </a:spcAft>
              <a:buClr>
                <a:schemeClr val="lt1"/>
              </a:buClr>
              <a:buSzPts val="4800"/>
              <a:buNone/>
              <a:defRPr sz="4800">
                <a:solidFill>
                  <a:schemeClr val="lt1"/>
                </a:solidFill>
              </a:defRPr>
            </a:lvl4pPr>
            <a:lvl5pPr lvl="4" rtl="0" algn="ctr">
              <a:spcBef>
                <a:spcPts val="0"/>
              </a:spcBef>
              <a:spcAft>
                <a:spcPts val="0"/>
              </a:spcAft>
              <a:buClr>
                <a:schemeClr val="lt1"/>
              </a:buClr>
              <a:buSzPts val="4800"/>
              <a:buNone/>
              <a:defRPr sz="4800">
                <a:solidFill>
                  <a:schemeClr val="lt1"/>
                </a:solidFill>
              </a:defRPr>
            </a:lvl5pPr>
            <a:lvl6pPr lvl="5" rtl="0" algn="ctr">
              <a:spcBef>
                <a:spcPts val="0"/>
              </a:spcBef>
              <a:spcAft>
                <a:spcPts val="0"/>
              </a:spcAft>
              <a:buClr>
                <a:schemeClr val="lt1"/>
              </a:buClr>
              <a:buSzPts val="4800"/>
              <a:buNone/>
              <a:defRPr sz="4800">
                <a:solidFill>
                  <a:schemeClr val="lt1"/>
                </a:solidFill>
              </a:defRPr>
            </a:lvl6pPr>
            <a:lvl7pPr lvl="6" rtl="0" algn="ctr">
              <a:spcBef>
                <a:spcPts val="0"/>
              </a:spcBef>
              <a:spcAft>
                <a:spcPts val="0"/>
              </a:spcAft>
              <a:buClr>
                <a:schemeClr val="lt1"/>
              </a:buClr>
              <a:buSzPts val="4800"/>
              <a:buNone/>
              <a:defRPr sz="4800">
                <a:solidFill>
                  <a:schemeClr val="lt1"/>
                </a:solidFill>
              </a:defRPr>
            </a:lvl7pPr>
            <a:lvl8pPr lvl="7" rtl="0" algn="ctr">
              <a:spcBef>
                <a:spcPts val="0"/>
              </a:spcBef>
              <a:spcAft>
                <a:spcPts val="0"/>
              </a:spcAft>
              <a:buClr>
                <a:schemeClr val="lt1"/>
              </a:buClr>
              <a:buSzPts val="4800"/>
              <a:buNone/>
              <a:defRPr sz="4800">
                <a:solidFill>
                  <a:schemeClr val="lt1"/>
                </a:solidFill>
              </a:defRPr>
            </a:lvl8pPr>
            <a:lvl9pPr lvl="8" rtl="0"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4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SzPts val="1200"/>
              <a:buChar char="●"/>
              <a:defRPr sz="1200"/>
            </a:lvl1pPr>
            <a:lvl2pPr indent="-304800" lvl="1" marL="914400" rtl="0">
              <a:spcBef>
                <a:spcPts val="1600"/>
              </a:spcBef>
              <a:spcAft>
                <a:spcPts val="0"/>
              </a:spcAft>
              <a:buSzPts val="1200"/>
              <a:buChar char="○"/>
              <a:defRPr sz="1200"/>
            </a:lvl2pPr>
            <a:lvl3pPr indent="-304800" lvl="2" marL="1371600" rtl="0">
              <a:spcBef>
                <a:spcPts val="1600"/>
              </a:spcBef>
              <a:spcAft>
                <a:spcPts val="0"/>
              </a:spcAft>
              <a:buSzPts val="1200"/>
              <a:buChar char="■"/>
              <a:defRPr sz="1200"/>
            </a:lvl3pPr>
            <a:lvl4pPr indent="-304800" lvl="3" marL="1828800" rtl="0">
              <a:spcBef>
                <a:spcPts val="1600"/>
              </a:spcBef>
              <a:spcAft>
                <a:spcPts val="0"/>
              </a:spcAft>
              <a:buSzPts val="1200"/>
              <a:buChar char="●"/>
              <a:defRPr sz="1200"/>
            </a:lvl4pPr>
            <a:lvl5pPr indent="-304800" lvl="4" marL="2286000" rtl="0">
              <a:spcBef>
                <a:spcPts val="1600"/>
              </a:spcBef>
              <a:spcAft>
                <a:spcPts val="0"/>
              </a:spcAft>
              <a:buSzPts val="1200"/>
              <a:buChar char="○"/>
              <a:defRPr sz="1200"/>
            </a:lvl5pPr>
            <a:lvl6pPr indent="-304800" lvl="5" marL="2743200" rtl="0">
              <a:spcBef>
                <a:spcPts val="1600"/>
              </a:spcBef>
              <a:spcAft>
                <a:spcPts val="0"/>
              </a:spcAft>
              <a:buSzPts val="1200"/>
              <a:buChar char="■"/>
              <a:defRPr sz="1200"/>
            </a:lvl6pPr>
            <a:lvl7pPr indent="-304800" lvl="6" marL="3200400" rtl="0">
              <a:spcBef>
                <a:spcPts val="1600"/>
              </a:spcBef>
              <a:spcAft>
                <a:spcPts val="0"/>
              </a:spcAft>
              <a:buSzPts val="1200"/>
              <a:buChar char="●"/>
              <a:defRPr sz="1200"/>
            </a:lvl7pPr>
            <a:lvl8pPr indent="-304800" lvl="7" marL="3657600" rtl="0">
              <a:spcBef>
                <a:spcPts val="1600"/>
              </a:spcBef>
              <a:spcAft>
                <a:spcPts val="0"/>
              </a:spcAft>
              <a:buSzPts val="1200"/>
              <a:buChar char="○"/>
              <a:defRPr sz="1200"/>
            </a:lvl8pPr>
            <a:lvl9pPr indent="-304800" lvl="8" marL="4114800" rtl="0">
              <a:spcBef>
                <a:spcPts val="1600"/>
              </a:spcBef>
              <a:spcAft>
                <a:spcPts val="160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rgbClr val="353535"/>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lt1"/>
              </a:buClr>
              <a:buSzPts val="4800"/>
              <a:buNone/>
              <a:defRPr sz="4800">
                <a:solidFill>
                  <a:schemeClr val="lt1"/>
                </a:solidFill>
              </a:defRPr>
            </a:lvl1pPr>
            <a:lvl2pPr lvl="1" rtl="0">
              <a:spcBef>
                <a:spcPts val="0"/>
              </a:spcBef>
              <a:spcAft>
                <a:spcPts val="0"/>
              </a:spcAft>
              <a:buClr>
                <a:schemeClr val="lt1"/>
              </a:buClr>
              <a:buSzPts val="4800"/>
              <a:buNone/>
              <a:defRPr sz="4800">
                <a:solidFill>
                  <a:schemeClr val="lt1"/>
                </a:solidFill>
              </a:defRPr>
            </a:lvl2pPr>
            <a:lvl3pPr lvl="2" rtl="0">
              <a:spcBef>
                <a:spcPts val="0"/>
              </a:spcBef>
              <a:spcAft>
                <a:spcPts val="0"/>
              </a:spcAft>
              <a:buClr>
                <a:schemeClr val="lt1"/>
              </a:buClr>
              <a:buSzPts val="4800"/>
              <a:buNone/>
              <a:defRPr sz="4800">
                <a:solidFill>
                  <a:schemeClr val="lt1"/>
                </a:solidFill>
              </a:defRPr>
            </a:lvl3pPr>
            <a:lvl4pPr lvl="3" rtl="0">
              <a:spcBef>
                <a:spcPts val="0"/>
              </a:spcBef>
              <a:spcAft>
                <a:spcPts val="0"/>
              </a:spcAft>
              <a:buClr>
                <a:schemeClr val="lt1"/>
              </a:buClr>
              <a:buSzPts val="4800"/>
              <a:buNone/>
              <a:defRPr sz="4800">
                <a:solidFill>
                  <a:schemeClr val="lt1"/>
                </a:solidFill>
              </a:defRPr>
            </a:lvl4pPr>
            <a:lvl5pPr lvl="4" rtl="0">
              <a:spcBef>
                <a:spcPts val="0"/>
              </a:spcBef>
              <a:spcAft>
                <a:spcPts val="0"/>
              </a:spcAft>
              <a:buClr>
                <a:schemeClr val="lt1"/>
              </a:buClr>
              <a:buSzPts val="4800"/>
              <a:buNone/>
              <a:defRPr sz="4800">
                <a:solidFill>
                  <a:schemeClr val="lt1"/>
                </a:solidFill>
              </a:defRPr>
            </a:lvl5pPr>
            <a:lvl6pPr lvl="5" rtl="0">
              <a:spcBef>
                <a:spcPts val="0"/>
              </a:spcBef>
              <a:spcAft>
                <a:spcPts val="0"/>
              </a:spcAft>
              <a:buClr>
                <a:schemeClr val="lt1"/>
              </a:buClr>
              <a:buSzPts val="4800"/>
              <a:buNone/>
              <a:defRPr sz="4800">
                <a:solidFill>
                  <a:schemeClr val="lt1"/>
                </a:solidFill>
              </a:defRPr>
            </a:lvl6pPr>
            <a:lvl7pPr lvl="6" rtl="0">
              <a:spcBef>
                <a:spcPts val="0"/>
              </a:spcBef>
              <a:spcAft>
                <a:spcPts val="0"/>
              </a:spcAft>
              <a:buClr>
                <a:schemeClr val="lt1"/>
              </a:buClr>
              <a:buSzPts val="4800"/>
              <a:buNone/>
              <a:defRPr sz="4800">
                <a:solidFill>
                  <a:schemeClr val="lt1"/>
                </a:solidFill>
              </a:defRPr>
            </a:lvl7pPr>
            <a:lvl8pPr lvl="7" rtl="0">
              <a:spcBef>
                <a:spcPts val="0"/>
              </a:spcBef>
              <a:spcAft>
                <a:spcPts val="0"/>
              </a:spcAft>
              <a:buClr>
                <a:schemeClr val="lt1"/>
              </a:buClr>
              <a:buSzPts val="4800"/>
              <a:buNone/>
              <a:defRPr sz="4800">
                <a:solidFill>
                  <a:schemeClr val="lt1"/>
                </a:solidFill>
              </a:defRPr>
            </a:lvl8pPr>
            <a:lvl9pPr lvl="8" rtl="0">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Autofit/>
          </a:bodyPr>
          <a:lstStyle>
            <a:lvl1pPr lvl="0" rtl="0" algn="ctr">
              <a:spcBef>
                <a:spcPts val="0"/>
              </a:spcBef>
              <a:spcAft>
                <a:spcPts val="0"/>
              </a:spcAft>
              <a:buClr>
                <a:schemeClr val="dk1"/>
              </a:buClr>
              <a:buSzPts val="3600"/>
              <a:buNone/>
              <a:defRPr sz="3600">
                <a:solidFill>
                  <a:schemeClr val="dk1"/>
                </a:solidFill>
              </a:defRPr>
            </a:lvl1pPr>
            <a:lvl2pPr lvl="1" rtl="0" algn="ctr">
              <a:spcBef>
                <a:spcPts val="0"/>
              </a:spcBef>
              <a:spcAft>
                <a:spcPts val="0"/>
              </a:spcAft>
              <a:buClr>
                <a:schemeClr val="dk1"/>
              </a:buClr>
              <a:buSzPts val="3600"/>
              <a:buNone/>
              <a:defRPr sz="3600">
                <a:solidFill>
                  <a:schemeClr val="dk1"/>
                </a:solidFill>
              </a:defRPr>
            </a:lvl2pPr>
            <a:lvl3pPr lvl="2" rtl="0" algn="ctr">
              <a:spcBef>
                <a:spcPts val="0"/>
              </a:spcBef>
              <a:spcAft>
                <a:spcPts val="0"/>
              </a:spcAft>
              <a:buClr>
                <a:schemeClr val="dk1"/>
              </a:buClr>
              <a:buSzPts val="3600"/>
              <a:buNone/>
              <a:defRPr sz="3600">
                <a:solidFill>
                  <a:schemeClr val="dk1"/>
                </a:solidFill>
              </a:defRPr>
            </a:lvl3pPr>
            <a:lvl4pPr lvl="3" rtl="0" algn="ctr">
              <a:spcBef>
                <a:spcPts val="0"/>
              </a:spcBef>
              <a:spcAft>
                <a:spcPts val="0"/>
              </a:spcAft>
              <a:buClr>
                <a:schemeClr val="dk1"/>
              </a:buClr>
              <a:buSzPts val="3600"/>
              <a:buNone/>
              <a:defRPr sz="3600">
                <a:solidFill>
                  <a:schemeClr val="dk1"/>
                </a:solidFill>
              </a:defRPr>
            </a:lvl4pPr>
            <a:lvl5pPr lvl="4" rtl="0" algn="ctr">
              <a:spcBef>
                <a:spcPts val="0"/>
              </a:spcBef>
              <a:spcAft>
                <a:spcPts val="0"/>
              </a:spcAft>
              <a:buClr>
                <a:schemeClr val="dk1"/>
              </a:buClr>
              <a:buSzPts val="3600"/>
              <a:buNone/>
              <a:defRPr sz="3600">
                <a:solidFill>
                  <a:schemeClr val="dk1"/>
                </a:solidFill>
              </a:defRPr>
            </a:lvl5pPr>
            <a:lvl6pPr lvl="5" rtl="0" algn="ctr">
              <a:spcBef>
                <a:spcPts val="0"/>
              </a:spcBef>
              <a:spcAft>
                <a:spcPts val="0"/>
              </a:spcAft>
              <a:buClr>
                <a:schemeClr val="dk1"/>
              </a:buClr>
              <a:buSzPts val="3600"/>
              <a:buNone/>
              <a:defRPr sz="3600">
                <a:solidFill>
                  <a:schemeClr val="dk1"/>
                </a:solidFill>
              </a:defRPr>
            </a:lvl6pPr>
            <a:lvl7pPr lvl="6" rtl="0" algn="ctr">
              <a:spcBef>
                <a:spcPts val="0"/>
              </a:spcBef>
              <a:spcAft>
                <a:spcPts val="0"/>
              </a:spcAft>
              <a:buClr>
                <a:schemeClr val="dk1"/>
              </a:buClr>
              <a:buSzPts val="3600"/>
              <a:buNone/>
              <a:defRPr sz="3600">
                <a:solidFill>
                  <a:schemeClr val="dk1"/>
                </a:solidFill>
              </a:defRPr>
            </a:lvl7pPr>
            <a:lvl8pPr lvl="7" rtl="0" algn="ctr">
              <a:spcBef>
                <a:spcPts val="0"/>
              </a:spcBef>
              <a:spcAft>
                <a:spcPts val="0"/>
              </a:spcAft>
              <a:buClr>
                <a:schemeClr val="dk1"/>
              </a:buClr>
              <a:buSzPts val="3600"/>
              <a:buNone/>
              <a:defRPr sz="3600">
                <a:solidFill>
                  <a:schemeClr val="dk1"/>
                </a:solidFill>
              </a:defRPr>
            </a:lvl8pPr>
            <a:lvl9pPr lvl="8" rtl="0"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rtl="0">
              <a:spcBef>
                <a:spcPts val="0"/>
              </a:spcBef>
              <a:spcAft>
                <a:spcPts val="0"/>
              </a:spcAft>
              <a:buClr>
                <a:schemeClr val="lt1"/>
              </a:buClr>
              <a:buSzPts val="1800"/>
              <a:buChar char="●"/>
              <a:defRPr>
                <a:solidFill>
                  <a:schemeClr val="lt1"/>
                </a:solidFill>
              </a:defRPr>
            </a:lvl1pPr>
            <a:lvl2pPr indent="-317500" lvl="1" marL="914400" rtl="0">
              <a:spcBef>
                <a:spcPts val="1600"/>
              </a:spcBef>
              <a:spcAft>
                <a:spcPts val="0"/>
              </a:spcAft>
              <a:buClr>
                <a:schemeClr val="lt1"/>
              </a:buClr>
              <a:buSzPts val="1400"/>
              <a:buChar char="○"/>
              <a:defRPr>
                <a:solidFill>
                  <a:schemeClr val="lt1"/>
                </a:solidFill>
              </a:defRPr>
            </a:lvl2pPr>
            <a:lvl3pPr indent="-317500" lvl="2" marL="1371600" rtl="0">
              <a:spcBef>
                <a:spcPts val="1600"/>
              </a:spcBef>
              <a:spcAft>
                <a:spcPts val="0"/>
              </a:spcAft>
              <a:buClr>
                <a:schemeClr val="lt1"/>
              </a:buClr>
              <a:buSzPts val="1400"/>
              <a:buChar char="■"/>
              <a:defRPr>
                <a:solidFill>
                  <a:schemeClr val="lt1"/>
                </a:solidFill>
              </a:defRPr>
            </a:lvl3pPr>
            <a:lvl4pPr indent="-317500" lvl="3" marL="1828800" rtl="0">
              <a:spcBef>
                <a:spcPts val="1600"/>
              </a:spcBef>
              <a:spcAft>
                <a:spcPts val="0"/>
              </a:spcAft>
              <a:buClr>
                <a:schemeClr val="lt1"/>
              </a:buClr>
              <a:buSzPts val="1400"/>
              <a:buChar char="●"/>
              <a:defRPr>
                <a:solidFill>
                  <a:schemeClr val="lt1"/>
                </a:solidFill>
              </a:defRPr>
            </a:lvl4pPr>
            <a:lvl5pPr indent="-317500" lvl="4" marL="2286000" rtl="0">
              <a:spcBef>
                <a:spcPts val="1600"/>
              </a:spcBef>
              <a:spcAft>
                <a:spcPts val="0"/>
              </a:spcAft>
              <a:buClr>
                <a:schemeClr val="lt1"/>
              </a:buClr>
              <a:buSzPts val="1400"/>
              <a:buChar char="○"/>
              <a:defRPr>
                <a:solidFill>
                  <a:schemeClr val="lt1"/>
                </a:solidFill>
              </a:defRPr>
            </a:lvl5pPr>
            <a:lvl6pPr indent="-317500" lvl="5" marL="2743200" rtl="0">
              <a:spcBef>
                <a:spcPts val="1600"/>
              </a:spcBef>
              <a:spcAft>
                <a:spcPts val="0"/>
              </a:spcAft>
              <a:buClr>
                <a:schemeClr val="lt1"/>
              </a:buClr>
              <a:buSzPts val="1400"/>
              <a:buChar char="■"/>
              <a:defRPr>
                <a:solidFill>
                  <a:schemeClr val="lt1"/>
                </a:solidFill>
              </a:defRPr>
            </a:lvl6pPr>
            <a:lvl7pPr indent="-317500" lvl="6" marL="3200400" rtl="0">
              <a:spcBef>
                <a:spcPts val="1600"/>
              </a:spcBef>
              <a:spcAft>
                <a:spcPts val="0"/>
              </a:spcAft>
              <a:buClr>
                <a:schemeClr val="lt1"/>
              </a:buClr>
              <a:buSzPts val="1400"/>
              <a:buChar char="●"/>
              <a:defRPr>
                <a:solidFill>
                  <a:schemeClr val="lt1"/>
                </a:solidFill>
              </a:defRPr>
            </a:lvl7pPr>
            <a:lvl8pPr indent="-317500" lvl="7" marL="3657600" rtl="0">
              <a:spcBef>
                <a:spcPts val="1600"/>
              </a:spcBef>
              <a:spcAft>
                <a:spcPts val="0"/>
              </a:spcAft>
              <a:buClr>
                <a:schemeClr val="lt1"/>
              </a:buClr>
              <a:buSzPts val="1400"/>
              <a:buChar char="○"/>
              <a:defRPr>
                <a:solidFill>
                  <a:schemeClr val="lt1"/>
                </a:solidFill>
              </a:defRPr>
            </a:lvl8pPr>
            <a:lvl9pPr indent="-317500" lvl="8" marL="4114800" rtl="0">
              <a:spcBef>
                <a:spcPts val="1600"/>
              </a:spcBef>
              <a:spcAft>
                <a:spcPts val="160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rt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Autofit/>
          </a:bodyPr>
          <a:lstStyle>
            <a:lvl1pPr indent="-342900" lvl="0" marL="457200" rtl="0" algn="ctr">
              <a:spcBef>
                <a:spcPts val="0"/>
              </a:spcBef>
              <a:spcAft>
                <a:spcPts val="0"/>
              </a:spcAft>
              <a:buSzPts val="1800"/>
              <a:buChar char="●"/>
              <a:defRPr/>
            </a:lvl1pPr>
            <a:lvl2pPr indent="-317500" lvl="1" marL="914400" rtl="0" algn="ctr">
              <a:spcBef>
                <a:spcPts val="1600"/>
              </a:spcBef>
              <a:spcAft>
                <a:spcPts val="0"/>
              </a:spcAft>
              <a:buSzPts val="1400"/>
              <a:buChar char="○"/>
              <a:defRPr/>
            </a:lvl2pPr>
            <a:lvl3pPr indent="-317500" lvl="2" marL="1371600" rtl="0" algn="ctr">
              <a:spcBef>
                <a:spcPts val="1600"/>
              </a:spcBef>
              <a:spcAft>
                <a:spcPts val="0"/>
              </a:spcAft>
              <a:buSzPts val="1400"/>
              <a:buChar char="■"/>
              <a:defRPr/>
            </a:lvl3pPr>
            <a:lvl4pPr indent="-317500" lvl="3" marL="1828800" rtl="0" algn="ctr">
              <a:spcBef>
                <a:spcPts val="1600"/>
              </a:spcBef>
              <a:spcAft>
                <a:spcPts val="0"/>
              </a:spcAft>
              <a:buSzPts val="1400"/>
              <a:buChar char="●"/>
              <a:defRPr/>
            </a:lvl4pPr>
            <a:lvl5pPr indent="-317500" lvl="4" marL="2286000" rtl="0" algn="ctr">
              <a:spcBef>
                <a:spcPts val="1600"/>
              </a:spcBef>
              <a:spcAft>
                <a:spcPts val="0"/>
              </a:spcAft>
              <a:buSzPts val="1400"/>
              <a:buChar char="○"/>
              <a:defRPr/>
            </a:lvl5pPr>
            <a:lvl6pPr indent="-317500" lvl="5" marL="2743200" rtl="0" algn="ctr">
              <a:spcBef>
                <a:spcPts val="1600"/>
              </a:spcBef>
              <a:spcAft>
                <a:spcPts val="0"/>
              </a:spcAft>
              <a:buSzPts val="1400"/>
              <a:buChar char="■"/>
              <a:defRPr/>
            </a:lvl6pPr>
            <a:lvl7pPr indent="-317500" lvl="6" marL="3200400" rtl="0" algn="ctr">
              <a:spcBef>
                <a:spcPts val="1600"/>
              </a:spcBef>
              <a:spcAft>
                <a:spcPts val="0"/>
              </a:spcAft>
              <a:buSzPts val="1400"/>
              <a:buChar char="●"/>
              <a:defRPr/>
            </a:lvl7pPr>
            <a:lvl8pPr indent="-317500" lvl="7" marL="3657600" rtl="0" algn="ctr">
              <a:spcBef>
                <a:spcPts val="1600"/>
              </a:spcBef>
              <a:spcAft>
                <a:spcPts val="0"/>
              </a:spcAft>
              <a:buSzPts val="1400"/>
              <a:buChar char="○"/>
              <a:defRPr/>
            </a:lvl8pPr>
            <a:lvl9pPr indent="-317500" lvl="8" marL="4114800" rtl="0" algn="ctr">
              <a:spcBef>
                <a:spcPts val="1600"/>
              </a:spcBef>
              <a:spcAft>
                <a:spcPts val="160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rt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Autofit/>
          </a:bodyPr>
          <a:lstStyle>
            <a:lvl1pPr indent="-342900" lvl="0" marL="457200" rtl="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rtl="0">
              <a:lnSpc>
                <a:spcPct val="115000"/>
              </a:lnSpc>
              <a:spcBef>
                <a:spcPts val="160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rtl="0">
              <a:lnSpc>
                <a:spcPct val="115000"/>
              </a:lnSpc>
              <a:spcBef>
                <a:spcPts val="1600"/>
              </a:spcBef>
              <a:spcAft>
                <a:spcPts val="160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Lato"/>
                <a:ea typeface="Lato"/>
                <a:cs typeface="Lato"/>
                <a:sym typeface="Lato"/>
              </a:defRPr>
            </a:lvl1pPr>
            <a:lvl2pPr lvl="1" rtl="0" algn="r">
              <a:buNone/>
              <a:defRPr sz="1000">
                <a:solidFill>
                  <a:schemeClr val="dk2"/>
                </a:solidFill>
                <a:latin typeface="Lato"/>
                <a:ea typeface="Lato"/>
                <a:cs typeface="Lato"/>
                <a:sym typeface="Lato"/>
              </a:defRPr>
            </a:lvl2pPr>
            <a:lvl3pPr lvl="2" rtl="0" algn="r">
              <a:buNone/>
              <a:defRPr sz="1000">
                <a:solidFill>
                  <a:schemeClr val="dk2"/>
                </a:solidFill>
                <a:latin typeface="Lato"/>
                <a:ea typeface="Lato"/>
                <a:cs typeface="Lato"/>
                <a:sym typeface="Lato"/>
              </a:defRPr>
            </a:lvl3pPr>
            <a:lvl4pPr lvl="3" rtl="0" algn="r">
              <a:buNone/>
              <a:defRPr sz="1000">
                <a:solidFill>
                  <a:schemeClr val="dk2"/>
                </a:solidFill>
                <a:latin typeface="Lato"/>
                <a:ea typeface="Lato"/>
                <a:cs typeface="Lato"/>
                <a:sym typeface="Lato"/>
              </a:defRPr>
            </a:lvl4pPr>
            <a:lvl5pPr lvl="4" rtl="0" algn="r">
              <a:buNone/>
              <a:defRPr sz="1000">
                <a:solidFill>
                  <a:schemeClr val="dk2"/>
                </a:solidFill>
                <a:latin typeface="Lato"/>
                <a:ea typeface="Lato"/>
                <a:cs typeface="Lato"/>
                <a:sym typeface="Lato"/>
              </a:defRPr>
            </a:lvl5pPr>
            <a:lvl6pPr lvl="5" rtl="0" algn="r">
              <a:buNone/>
              <a:defRPr sz="1000">
                <a:solidFill>
                  <a:schemeClr val="dk2"/>
                </a:solidFill>
                <a:latin typeface="Lato"/>
                <a:ea typeface="Lato"/>
                <a:cs typeface="Lato"/>
                <a:sym typeface="Lato"/>
              </a:defRPr>
            </a:lvl6pPr>
            <a:lvl7pPr lvl="6" rtl="0" algn="r">
              <a:buNone/>
              <a:defRPr sz="1000">
                <a:solidFill>
                  <a:schemeClr val="dk2"/>
                </a:solidFill>
                <a:latin typeface="Lato"/>
                <a:ea typeface="Lato"/>
                <a:cs typeface="Lato"/>
                <a:sym typeface="Lato"/>
              </a:defRPr>
            </a:lvl7pPr>
            <a:lvl8pPr lvl="7" rtl="0" algn="r">
              <a:buNone/>
              <a:defRPr sz="1000">
                <a:solidFill>
                  <a:schemeClr val="dk2"/>
                </a:solidFill>
                <a:latin typeface="Lato"/>
                <a:ea typeface="Lato"/>
                <a:cs typeface="Lato"/>
                <a:sym typeface="Lato"/>
              </a:defRPr>
            </a:lvl8pPr>
            <a:lvl9pPr lvl="8" rtl="0"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06666"/>
        </a:solidFill>
      </p:bgPr>
    </p:bg>
    <p:spTree>
      <p:nvGrpSpPr>
        <p:cNvPr id="71" name="Shape 71"/>
        <p:cNvGrpSpPr/>
        <p:nvPr/>
      </p:nvGrpSpPr>
      <p:grpSpPr>
        <a:xfrm>
          <a:off x="0" y="0"/>
          <a:ext cx="0" cy="0"/>
          <a:chOff x="0" y="0"/>
          <a:chExt cx="0" cy="0"/>
        </a:xfrm>
      </p:grpSpPr>
      <p:sp>
        <p:nvSpPr>
          <p:cNvPr id="72" name="Google Shape;72;p13"/>
          <p:cNvSpPr txBox="1"/>
          <p:nvPr>
            <p:ph type="ctrTitle"/>
          </p:nvPr>
        </p:nvSpPr>
        <p:spPr>
          <a:xfrm>
            <a:off x="2371725" y="630225"/>
            <a:ext cx="6331500" cy="154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Corso di Formazione per Docenti</a:t>
            </a:r>
            <a:endParaRPr/>
          </a:p>
        </p:txBody>
      </p:sp>
      <p:sp>
        <p:nvSpPr>
          <p:cNvPr id="73" name="Google Shape;73;p13"/>
          <p:cNvSpPr txBox="1"/>
          <p:nvPr>
            <p:ph idx="1" type="subTitle"/>
          </p:nvPr>
        </p:nvSpPr>
        <p:spPr>
          <a:xfrm>
            <a:off x="2390267" y="3238450"/>
            <a:ext cx="6331500" cy="1241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2400"/>
              <a:t>Approfondimento sugli Strumenti Digitali per la Didattica 4.0</a:t>
            </a:r>
            <a:endParaRPr b="1" sz="24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pic>
        <p:nvPicPr>
          <p:cNvPr id="78" name="Google Shape;78;p14"/>
          <p:cNvPicPr preferRelativeResize="0"/>
          <p:nvPr/>
        </p:nvPicPr>
        <p:blipFill rotWithShape="1">
          <a:blip r:embed="rId3">
            <a:alphaModFix/>
          </a:blip>
          <a:srcRect b="5330" l="0" r="11111" t="0"/>
          <a:stretch/>
        </p:blipFill>
        <p:spPr>
          <a:xfrm>
            <a:off x="0" y="0"/>
            <a:ext cx="9144000" cy="5143500"/>
          </a:xfrm>
          <a:prstGeom prst="rect">
            <a:avLst/>
          </a:prstGeom>
          <a:noFill/>
          <a:ln>
            <a:noFill/>
          </a:ln>
        </p:spPr>
      </p:pic>
      <p:grpSp>
        <p:nvGrpSpPr>
          <p:cNvPr id="79" name="Google Shape;79;p14"/>
          <p:cNvGrpSpPr/>
          <p:nvPr/>
        </p:nvGrpSpPr>
        <p:grpSpPr>
          <a:xfrm>
            <a:off x="6781388" y="2464035"/>
            <a:ext cx="2212050" cy="2537076"/>
            <a:chOff x="6803275" y="395363"/>
            <a:chExt cx="2212050" cy="2537076"/>
          </a:xfrm>
        </p:grpSpPr>
        <p:pic>
          <p:nvPicPr>
            <p:cNvPr id="80" name="Google Shape;80;p14"/>
            <p:cNvPicPr preferRelativeResize="0"/>
            <p:nvPr/>
          </p:nvPicPr>
          <p:blipFill>
            <a:blip r:embed="rId4">
              <a:alphaModFix/>
            </a:blip>
            <a:stretch>
              <a:fillRect/>
            </a:stretch>
          </p:blipFill>
          <p:spPr>
            <a:xfrm>
              <a:off x="6803275" y="427445"/>
              <a:ext cx="2212050" cy="2504994"/>
            </a:xfrm>
            <a:prstGeom prst="rect">
              <a:avLst/>
            </a:prstGeom>
            <a:noFill/>
            <a:ln>
              <a:noFill/>
            </a:ln>
          </p:spPr>
        </p:pic>
        <p:pic>
          <p:nvPicPr>
            <p:cNvPr descr="Piece of duct tape sticking a note to the slide" id="81" name="Google Shape;81;p14"/>
            <p:cNvPicPr preferRelativeResize="0"/>
            <p:nvPr/>
          </p:nvPicPr>
          <p:blipFill rotWithShape="1">
            <a:blip r:embed="rId5">
              <a:alphaModFix/>
            </a:blip>
            <a:srcRect b="10012" l="9245" r="2118" t="5926"/>
            <a:stretch/>
          </p:blipFill>
          <p:spPr>
            <a:xfrm rot="154826">
              <a:off x="7370663" y="419419"/>
              <a:ext cx="1077273" cy="382687"/>
            </a:xfrm>
            <a:prstGeom prst="rect">
              <a:avLst/>
            </a:prstGeom>
            <a:noFill/>
            <a:ln>
              <a:noFill/>
            </a:ln>
          </p:spPr>
        </p:pic>
        <p:sp>
          <p:nvSpPr>
            <p:cNvPr id="82" name="Google Shape;82;p14"/>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Raleway"/>
                  <a:ea typeface="Raleway"/>
                  <a:cs typeface="Raleway"/>
                  <a:sym typeface="Raleway"/>
                </a:rPr>
                <a:t>Example</a:t>
              </a:r>
              <a:endParaRPr b="1">
                <a:solidFill>
                  <a:schemeClr val="dk1"/>
                </a:solidFill>
                <a:latin typeface="Raleway"/>
                <a:ea typeface="Raleway"/>
                <a:cs typeface="Raleway"/>
                <a:sym typeface="Raleway"/>
              </a:endParaRPr>
            </a:p>
            <a:p>
              <a:pPr indent="0" lvl="0" marL="0" rtl="0" algn="l">
                <a:spcBef>
                  <a:spcPts val="800"/>
                </a:spcBef>
                <a:spcAft>
                  <a:spcPts val="800"/>
                </a:spcAft>
                <a:buNone/>
              </a:pPr>
              <a:r>
                <a:rPr lang="en" sz="1200">
                  <a:solidFill>
                    <a:schemeClr val="dk2"/>
                  </a:solidFill>
                  <a:latin typeface="Raleway"/>
                  <a:ea typeface="Raleway"/>
                  <a:cs typeface="Raleway"/>
                  <a:sym typeface="Raleway"/>
                </a:rPr>
                <a:t>Invece di scrivere "Descrivi un gatto", scrivi "Descrivi le caratteristiche fisiche e comportamentali di un gatto domestico".</a:t>
              </a:r>
              <a:endParaRPr b="1">
                <a:solidFill>
                  <a:schemeClr val="dk1"/>
                </a:solidFill>
                <a:latin typeface="Raleway"/>
                <a:ea typeface="Raleway"/>
                <a:cs typeface="Raleway"/>
                <a:sym typeface="Raleway"/>
              </a:endParaRPr>
            </a:p>
          </p:txBody>
        </p:sp>
      </p:grpSp>
      <p:sp>
        <p:nvSpPr>
          <p:cNvPr id="83" name="Google Shape;83;p14"/>
          <p:cNvSpPr txBox="1"/>
          <p:nvPr>
            <p:ph type="title"/>
          </p:nvPr>
        </p:nvSpPr>
        <p:spPr>
          <a:xfrm>
            <a:off x="283103" y="712141"/>
            <a:ext cx="62442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rPr lang="en" sz="4200">
                <a:solidFill>
                  <a:schemeClr val="accent5"/>
                </a:solidFill>
              </a:rPr>
              <a:t>Creare prompt</a:t>
            </a:r>
            <a:endParaRPr sz="4200">
              <a:solidFill>
                <a:schemeClr val="accent5"/>
              </a:solidFill>
            </a:endParaRPr>
          </a:p>
          <a:p>
            <a:pPr indent="0" lvl="0" marL="0" rtl="0" algn="l">
              <a:spcBef>
                <a:spcPts val="1000"/>
              </a:spcBef>
              <a:spcAft>
                <a:spcPts val="0"/>
              </a:spcAft>
              <a:buNone/>
            </a:pPr>
            <a:r>
              <a:t/>
            </a:r>
            <a:endParaRPr b="0" sz="2100"/>
          </a:p>
          <a:p>
            <a:pPr indent="0" lvl="0" marL="0" rtl="0" algn="l">
              <a:spcBef>
                <a:spcPts val="1000"/>
              </a:spcBef>
              <a:spcAft>
                <a:spcPts val="1000"/>
              </a:spcAft>
              <a:buClr>
                <a:schemeClr val="dk2"/>
              </a:buClr>
              <a:buSzPts val="1100"/>
              <a:buFont typeface="Arial"/>
              <a:buNone/>
            </a:pPr>
            <a:r>
              <a:rPr b="0" lang="en" sz="2100"/>
              <a:t>Sii chiaro e specifico: indica chiaramente cosa vuoi ottenere, evitando ambiguità. </a:t>
            </a:r>
            <a:endParaRPr sz="4200">
              <a:solidFill>
                <a:schemeClr val="accent5"/>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p15"/>
          <p:cNvPicPr preferRelativeResize="0"/>
          <p:nvPr/>
        </p:nvPicPr>
        <p:blipFill rotWithShape="1">
          <a:blip r:embed="rId3">
            <a:alphaModFix/>
          </a:blip>
          <a:srcRect b="5330" l="0" r="11111" t="0"/>
          <a:stretch/>
        </p:blipFill>
        <p:spPr>
          <a:xfrm>
            <a:off x="0" y="0"/>
            <a:ext cx="9144000" cy="5143500"/>
          </a:xfrm>
          <a:prstGeom prst="rect">
            <a:avLst/>
          </a:prstGeom>
          <a:noFill/>
          <a:ln>
            <a:noFill/>
          </a:ln>
        </p:spPr>
      </p:pic>
      <p:grpSp>
        <p:nvGrpSpPr>
          <p:cNvPr id="89" name="Google Shape;89;p15"/>
          <p:cNvGrpSpPr/>
          <p:nvPr/>
        </p:nvGrpSpPr>
        <p:grpSpPr>
          <a:xfrm>
            <a:off x="6781388" y="2464035"/>
            <a:ext cx="2212050" cy="2537076"/>
            <a:chOff x="6803275" y="395363"/>
            <a:chExt cx="2212050" cy="2537076"/>
          </a:xfrm>
        </p:grpSpPr>
        <p:pic>
          <p:nvPicPr>
            <p:cNvPr id="90" name="Google Shape;90;p15"/>
            <p:cNvPicPr preferRelativeResize="0"/>
            <p:nvPr/>
          </p:nvPicPr>
          <p:blipFill>
            <a:blip r:embed="rId4">
              <a:alphaModFix/>
            </a:blip>
            <a:stretch>
              <a:fillRect/>
            </a:stretch>
          </p:blipFill>
          <p:spPr>
            <a:xfrm>
              <a:off x="6803275" y="427445"/>
              <a:ext cx="2212050" cy="2504994"/>
            </a:xfrm>
            <a:prstGeom prst="rect">
              <a:avLst/>
            </a:prstGeom>
            <a:noFill/>
            <a:ln>
              <a:noFill/>
            </a:ln>
          </p:spPr>
        </p:pic>
        <p:pic>
          <p:nvPicPr>
            <p:cNvPr descr="Piece of duct tape sticking a note to the slide" id="91" name="Google Shape;91;p15"/>
            <p:cNvPicPr preferRelativeResize="0"/>
            <p:nvPr/>
          </p:nvPicPr>
          <p:blipFill rotWithShape="1">
            <a:blip r:embed="rId5">
              <a:alphaModFix/>
            </a:blip>
            <a:srcRect b="10012" l="9245" r="2118" t="5926"/>
            <a:stretch/>
          </p:blipFill>
          <p:spPr>
            <a:xfrm rot="154826">
              <a:off x="7370663" y="419419"/>
              <a:ext cx="1077273" cy="382687"/>
            </a:xfrm>
            <a:prstGeom prst="rect">
              <a:avLst/>
            </a:prstGeom>
            <a:noFill/>
            <a:ln>
              <a:noFill/>
            </a:ln>
          </p:spPr>
        </p:pic>
        <p:sp>
          <p:nvSpPr>
            <p:cNvPr id="92" name="Google Shape;92;p15"/>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Raleway"/>
                  <a:ea typeface="Raleway"/>
                  <a:cs typeface="Raleway"/>
                  <a:sym typeface="Raleway"/>
                </a:rPr>
                <a:t>Example</a:t>
              </a:r>
              <a:endParaRPr b="1">
                <a:solidFill>
                  <a:schemeClr val="dk1"/>
                </a:solidFill>
                <a:latin typeface="Raleway"/>
                <a:ea typeface="Raleway"/>
                <a:cs typeface="Raleway"/>
                <a:sym typeface="Raleway"/>
              </a:endParaRPr>
            </a:p>
            <a:p>
              <a:pPr indent="0" lvl="0" marL="0" rtl="0" algn="l">
                <a:spcBef>
                  <a:spcPts val="800"/>
                </a:spcBef>
                <a:spcAft>
                  <a:spcPts val="800"/>
                </a:spcAft>
                <a:buNone/>
              </a:pPr>
              <a:r>
                <a:rPr lang="en" sz="1200">
                  <a:solidFill>
                    <a:schemeClr val="dk2"/>
                  </a:solidFill>
                  <a:latin typeface="Raleway"/>
                  <a:ea typeface="Raleway"/>
                  <a:cs typeface="Raleway"/>
                  <a:sym typeface="Raleway"/>
                </a:rPr>
                <a:t>Pubblico: giovani adulti, tono: amichevole e motivante.</a:t>
              </a:r>
              <a:endParaRPr b="1">
                <a:solidFill>
                  <a:schemeClr val="dk1"/>
                </a:solidFill>
                <a:latin typeface="Raleway"/>
                <a:ea typeface="Raleway"/>
                <a:cs typeface="Raleway"/>
                <a:sym typeface="Raleway"/>
              </a:endParaRPr>
            </a:p>
          </p:txBody>
        </p:sp>
      </p:grpSp>
      <p:sp>
        <p:nvSpPr>
          <p:cNvPr id="93" name="Google Shape;93;p15"/>
          <p:cNvSpPr txBox="1"/>
          <p:nvPr>
            <p:ph type="title"/>
          </p:nvPr>
        </p:nvSpPr>
        <p:spPr>
          <a:xfrm>
            <a:off x="283103" y="712141"/>
            <a:ext cx="62442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solidFill>
                  <a:schemeClr val="accent5"/>
                </a:solidFill>
              </a:rPr>
              <a:t>Creare prompt</a:t>
            </a:r>
            <a:endParaRPr sz="4200">
              <a:solidFill>
                <a:schemeClr val="accent5"/>
              </a:solidFill>
            </a:endParaRPr>
          </a:p>
          <a:p>
            <a:pPr indent="0" lvl="0" marL="0" rtl="0" algn="l">
              <a:spcBef>
                <a:spcPts val="1000"/>
              </a:spcBef>
              <a:spcAft>
                <a:spcPts val="0"/>
              </a:spcAft>
              <a:buClr>
                <a:schemeClr val="dk2"/>
              </a:buClr>
              <a:buSzPts val="1100"/>
              <a:buFont typeface="Arial"/>
              <a:buNone/>
            </a:pPr>
            <a:r>
              <a:t/>
            </a:r>
            <a:endParaRPr b="0" sz="2100"/>
          </a:p>
          <a:p>
            <a:pPr indent="0" lvl="0" marL="0" rtl="0" algn="l">
              <a:spcBef>
                <a:spcPts val="1000"/>
              </a:spcBef>
              <a:spcAft>
                <a:spcPts val="1000"/>
              </a:spcAft>
              <a:buClr>
                <a:schemeClr val="dk2"/>
              </a:buClr>
              <a:buSzPts val="1100"/>
              <a:buFont typeface="Arial"/>
              <a:buNone/>
            </a:pPr>
            <a:r>
              <a:rPr b="0" lang="en" sz="2100"/>
              <a:t>Fornisci il contesto: spiega il ruolo, il tono e il pubblico a cui è destinata la risposta.</a:t>
            </a:r>
            <a:endParaRPr sz="2400" u="sng">
              <a:solidFill>
                <a:schemeClr val="accent5"/>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6"/>
          <p:cNvPicPr preferRelativeResize="0"/>
          <p:nvPr/>
        </p:nvPicPr>
        <p:blipFill rotWithShape="1">
          <a:blip r:embed="rId3">
            <a:alphaModFix/>
          </a:blip>
          <a:srcRect b="5330" l="0" r="11111" t="0"/>
          <a:stretch/>
        </p:blipFill>
        <p:spPr>
          <a:xfrm>
            <a:off x="0" y="0"/>
            <a:ext cx="9144000" cy="5143500"/>
          </a:xfrm>
          <a:prstGeom prst="rect">
            <a:avLst/>
          </a:prstGeom>
          <a:noFill/>
          <a:ln>
            <a:noFill/>
          </a:ln>
        </p:spPr>
      </p:pic>
      <p:grpSp>
        <p:nvGrpSpPr>
          <p:cNvPr id="99" name="Google Shape;99;p16"/>
          <p:cNvGrpSpPr/>
          <p:nvPr/>
        </p:nvGrpSpPr>
        <p:grpSpPr>
          <a:xfrm>
            <a:off x="6781388" y="2464035"/>
            <a:ext cx="2212050" cy="2537076"/>
            <a:chOff x="6803275" y="395363"/>
            <a:chExt cx="2212050" cy="2537076"/>
          </a:xfrm>
        </p:grpSpPr>
        <p:pic>
          <p:nvPicPr>
            <p:cNvPr id="100" name="Google Shape;100;p16"/>
            <p:cNvPicPr preferRelativeResize="0"/>
            <p:nvPr/>
          </p:nvPicPr>
          <p:blipFill>
            <a:blip r:embed="rId4">
              <a:alphaModFix/>
            </a:blip>
            <a:stretch>
              <a:fillRect/>
            </a:stretch>
          </p:blipFill>
          <p:spPr>
            <a:xfrm>
              <a:off x="6803275" y="427445"/>
              <a:ext cx="2212050" cy="2504994"/>
            </a:xfrm>
            <a:prstGeom prst="rect">
              <a:avLst/>
            </a:prstGeom>
            <a:noFill/>
            <a:ln>
              <a:noFill/>
            </a:ln>
          </p:spPr>
        </p:pic>
        <p:pic>
          <p:nvPicPr>
            <p:cNvPr descr="Piece of duct tape sticking a note to the slide" id="101" name="Google Shape;101;p16"/>
            <p:cNvPicPr preferRelativeResize="0"/>
            <p:nvPr/>
          </p:nvPicPr>
          <p:blipFill rotWithShape="1">
            <a:blip r:embed="rId5">
              <a:alphaModFix/>
            </a:blip>
            <a:srcRect b="10012" l="9245" r="2118" t="5926"/>
            <a:stretch/>
          </p:blipFill>
          <p:spPr>
            <a:xfrm rot="154826">
              <a:off x="7370663" y="419419"/>
              <a:ext cx="1077273" cy="382687"/>
            </a:xfrm>
            <a:prstGeom prst="rect">
              <a:avLst/>
            </a:prstGeom>
            <a:noFill/>
            <a:ln>
              <a:noFill/>
            </a:ln>
          </p:spPr>
        </p:pic>
        <p:sp>
          <p:nvSpPr>
            <p:cNvPr id="102" name="Google Shape;102;p16"/>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Raleway"/>
                  <a:ea typeface="Raleway"/>
                  <a:cs typeface="Raleway"/>
                  <a:sym typeface="Raleway"/>
                </a:rPr>
                <a:t>Example</a:t>
              </a:r>
              <a:endParaRPr b="1">
                <a:solidFill>
                  <a:schemeClr val="dk1"/>
                </a:solidFill>
                <a:latin typeface="Raleway"/>
                <a:ea typeface="Raleway"/>
                <a:cs typeface="Raleway"/>
                <a:sym typeface="Raleway"/>
              </a:endParaRPr>
            </a:p>
            <a:p>
              <a:pPr indent="0" lvl="0" marL="0" rtl="0" algn="l">
                <a:spcBef>
                  <a:spcPts val="800"/>
                </a:spcBef>
                <a:spcAft>
                  <a:spcPts val="800"/>
                </a:spcAft>
                <a:buNone/>
              </a:pPr>
              <a:r>
                <a:rPr lang="en" sz="1200">
                  <a:solidFill>
                    <a:schemeClr val="dk2"/>
                  </a:solidFill>
                  <a:latin typeface="Raleway"/>
                  <a:ea typeface="Raleway"/>
                  <a:cs typeface="Raleway"/>
                  <a:sym typeface="Raleway"/>
                </a:rPr>
                <a:t>Genera un'email di benvenuto personalizzata per nuovi iscritti a una newsletter su viaggi, con tono amichevole e invito a scoprire offerte esclusive.</a:t>
              </a:r>
              <a:endParaRPr b="1">
                <a:solidFill>
                  <a:schemeClr val="dk1"/>
                </a:solidFill>
                <a:latin typeface="Raleway"/>
                <a:ea typeface="Raleway"/>
                <a:cs typeface="Raleway"/>
                <a:sym typeface="Raleway"/>
              </a:endParaRPr>
            </a:p>
          </p:txBody>
        </p:sp>
      </p:grpSp>
      <p:sp>
        <p:nvSpPr>
          <p:cNvPr id="103" name="Google Shape;103;p16"/>
          <p:cNvSpPr txBox="1"/>
          <p:nvPr>
            <p:ph type="title"/>
          </p:nvPr>
        </p:nvSpPr>
        <p:spPr>
          <a:xfrm>
            <a:off x="283103" y="712141"/>
            <a:ext cx="62442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solidFill>
                  <a:schemeClr val="accent5"/>
                </a:solidFill>
              </a:rPr>
              <a:t>Creare prompt</a:t>
            </a:r>
            <a:endParaRPr sz="4200">
              <a:solidFill>
                <a:schemeClr val="accent5"/>
              </a:solidFill>
            </a:endParaRPr>
          </a:p>
          <a:p>
            <a:pPr indent="0" lvl="0" marL="0" rtl="0" algn="l">
              <a:spcBef>
                <a:spcPts val="1000"/>
              </a:spcBef>
              <a:spcAft>
                <a:spcPts val="0"/>
              </a:spcAft>
              <a:buClr>
                <a:schemeClr val="dk2"/>
              </a:buClr>
              <a:buSzPts val="1100"/>
              <a:buFont typeface="Arial"/>
              <a:buNone/>
            </a:pPr>
            <a:r>
              <a:t/>
            </a:r>
            <a:endParaRPr b="0" sz="2100"/>
          </a:p>
          <a:p>
            <a:pPr indent="0" lvl="0" marL="0" rtl="0" algn="l">
              <a:spcBef>
                <a:spcPts val="1000"/>
              </a:spcBef>
              <a:spcAft>
                <a:spcPts val="1000"/>
              </a:spcAft>
              <a:buClr>
                <a:schemeClr val="dk2"/>
              </a:buClr>
              <a:buSzPts val="1100"/>
              <a:buFont typeface="Arial"/>
              <a:buNone/>
            </a:pPr>
            <a:r>
              <a:rPr b="0" lang="en" sz="2100"/>
              <a:t>Usa istruzioni dirette con verbi di azione, come "scrivi", "crea", "spiega".</a:t>
            </a:r>
            <a:endParaRPr sz="2400" u="sng">
              <a:solidFill>
                <a:schemeClr val="accent5"/>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pic>
        <p:nvPicPr>
          <p:cNvPr id="108" name="Google Shape;108;p17"/>
          <p:cNvPicPr preferRelativeResize="0"/>
          <p:nvPr/>
        </p:nvPicPr>
        <p:blipFill rotWithShape="1">
          <a:blip r:embed="rId3">
            <a:alphaModFix/>
          </a:blip>
          <a:srcRect b="5330" l="0" r="11111" t="0"/>
          <a:stretch/>
        </p:blipFill>
        <p:spPr>
          <a:xfrm>
            <a:off x="0" y="0"/>
            <a:ext cx="9144000" cy="5143500"/>
          </a:xfrm>
          <a:prstGeom prst="rect">
            <a:avLst/>
          </a:prstGeom>
          <a:noFill/>
          <a:ln>
            <a:noFill/>
          </a:ln>
        </p:spPr>
      </p:pic>
      <p:grpSp>
        <p:nvGrpSpPr>
          <p:cNvPr id="109" name="Google Shape;109;p17"/>
          <p:cNvGrpSpPr/>
          <p:nvPr/>
        </p:nvGrpSpPr>
        <p:grpSpPr>
          <a:xfrm>
            <a:off x="6781388" y="2464035"/>
            <a:ext cx="2212050" cy="2537076"/>
            <a:chOff x="6803275" y="395363"/>
            <a:chExt cx="2212050" cy="2537076"/>
          </a:xfrm>
        </p:grpSpPr>
        <p:pic>
          <p:nvPicPr>
            <p:cNvPr id="110" name="Google Shape;110;p17"/>
            <p:cNvPicPr preferRelativeResize="0"/>
            <p:nvPr/>
          </p:nvPicPr>
          <p:blipFill>
            <a:blip r:embed="rId4">
              <a:alphaModFix/>
            </a:blip>
            <a:stretch>
              <a:fillRect/>
            </a:stretch>
          </p:blipFill>
          <p:spPr>
            <a:xfrm>
              <a:off x="6803275" y="427445"/>
              <a:ext cx="2212050" cy="2504994"/>
            </a:xfrm>
            <a:prstGeom prst="rect">
              <a:avLst/>
            </a:prstGeom>
            <a:noFill/>
            <a:ln>
              <a:noFill/>
            </a:ln>
          </p:spPr>
        </p:pic>
        <p:pic>
          <p:nvPicPr>
            <p:cNvPr descr="Piece of duct tape sticking a note to the slide" id="111" name="Google Shape;111;p17"/>
            <p:cNvPicPr preferRelativeResize="0"/>
            <p:nvPr/>
          </p:nvPicPr>
          <p:blipFill rotWithShape="1">
            <a:blip r:embed="rId5">
              <a:alphaModFix/>
            </a:blip>
            <a:srcRect b="10012" l="9245" r="2118" t="5926"/>
            <a:stretch/>
          </p:blipFill>
          <p:spPr>
            <a:xfrm rot="154826">
              <a:off x="7370663" y="419419"/>
              <a:ext cx="1077273" cy="382687"/>
            </a:xfrm>
            <a:prstGeom prst="rect">
              <a:avLst/>
            </a:prstGeom>
            <a:noFill/>
            <a:ln>
              <a:noFill/>
            </a:ln>
          </p:spPr>
        </p:pic>
        <p:sp>
          <p:nvSpPr>
            <p:cNvPr id="112" name="Google Shape;112;p17"/>
            <p:cNvSpPr txBox="1"/>
            <p:nvPr/>
          </p:nvSpPr>
          <p:spPr>
            <a:xfrm>
              <a:off x="6944800" y="684231"/>
              <a:ext cx="1929000" cy="200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Raleway"/>
                  <a:ea typeface="Raleway"/>
                  <a:cs typeface="Raleway"/>
                  <a:sym typeface="Raleway"/>
                </a:rPr>
                <a:t>Example</a:t>
              </a:r>
              <a:endParaRPr b="1">
                <a:solidFill>
                  <a:schemeClr val="dk1"/>
                </a:solidFill>
                <a:latin typeface="Raleway"/>
                <a:ea typeface="Raleway"/>
                <a:cs typeface="Raleway"/>
                <a:sym typeface="Raleway"/>
              </a:endParaRPr>
            </a:p>
            <a:p>
              <a:pPr indent="0" lvl="0" marL="0" rtl="0" algn="l">
                <a:spcBef>
                  <a:spcPts val="800"/>
                </a:spcBef>
                <a:spcAft>
                  <a:spcPts val="800"/>
                </a:spcAft>
                <a:buNone/>
              </a:pPr>
              <a:r>
                <a:rPr lang="en" sz="1200">
                  <a:solidFill>
                    <a:schemeClr val="dk2"/>
                  </a:solidFill>
                  <a:latin typeface="Raleway"/>
                  <a:ea typeface="Raleway"/>
                  <a:cs typeface="Raleway"/>
                  <a:sym typeface="Raleway"/>
                </a:rPr>
                <a:t>Scrivi una descrizione in massimo 100 parole.</a:t>
              </a:r>
              <a:endParaRPr b="1">
                <a:solidFill>
                  <a:schemeClr val="dk1"/>
                </a:solidFill>
                <a:latin typeface="Raleway"/>
                <a:ea typeface="Raleway"/>
                <a:cs typeface="Raleway"/>
                <a:sym typeface="Raleway"/>
              </a:endParaRPr>
            </a:p>
          </p:txBody>
        </p:sp>
      </p:grpSp>
      <p:sp>
        <p:nvSpPr>
          <p:cNvPr id="113" name="Google Shape;113;p17"/>
          <p:cNvSpPr txBox="1"/>
          <p:nvPr>
            <p:ph type="title"/>
          </p:nvPr>
        </p:nvSpPr>
        <p:spPr>
          <a:xfrm>
            <a:off x="283103" y="712141"/>
            <a:ext cx="6244200" cy="383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200">
                <a:solidFill>
                  <a:schemeClr val="accent5"/>
                </a:solidFill>
              </a:rPr>
              <a:t>Creare prompt</a:t>
            </a:r>
            <a:endParaRPr sz="4200">
              <a:solidFill>
                <a:schemeClr val="accent5"/>
              </a:solidFill>
            </a:endParaRPr>
          </a:p>
          <a:p>
            <a:pPr indent="0" lvl="0" marL="0" rtl="0" algn="l">
              <a:spcBef>
                <a:spcPts val="1000"/>
              </a:spcBef>
              <a:spcAft>
                <a:spcPts val="0"/>
              </a:spcAft>
              <a:buClr>
                <a:schemeClr val="dk2"/>
              </a:buClr>
              <a:buSzPts val="1100"/>
              <a:buFont typeface="Arial"/>
              <a:buNone/>
            </a:pPr>
            <a:r>
              <a:t/>
            </a:r>
            <a:endParaRPr b="0" sz="2100"/>
          </a:p>
          <a:p>
            <a:pPr indent="0" lvl="0" marL="0" rtl="0" algn="l">
              <a:spcBef>
                <a:spcPts val="1000"/>
              </a:spcBef>
              <a:spcAft>
                <a:spcPts val="1000"/>
              </a:spcAft>
              <a:buClr>
                <a:schemeClr val="dk2"/>
              </a:buClr>
              <a:buSzPts val="1100"/>
              <a:buFont typeface="Arial"/>
              <a:buNone/>
            </a:pPr>
            <a:r>
              <a:rPr b="0" lang="en" sz="2100"/>
              <a:t>Specifica il formato e la lunghezza desiderata del testo (ad esempio, email formale, articolo breve, elenco puntato).</a:t>
            </a:r>
            <a:endParaRPr sz="2400" u="sng">
              <a:solidFill>
                <a:schemeClr val="accent5"/>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17" name="Shape 117"/>
        <p:cNvGrpSpPr/>
        <p:nvPr/>
      </p:nvGrpSpPr>
      <p:grpSpPr>
        <a:xfrm>
          <a:off x="0" y="0"/>
          <a:ext cx="0" cy="0"/>
          <a:chOff x="0" y="0"/>
          <a:chExt cx="0" cy="0"/>
        </a:xfrm>
      </p:grpSpPr>
      <p:pic>
        <p:nvPicPr>
          <p:cNvPr id="118" name="Google Shape;118;p18"/>
          <p:cNvPicPr preferRelativeResize="0"/>
          <p:nvPr/>
        </p:nvPicPr>
        <p:blipFill>
          <a:blip r:embed="rId3">
            <a:alphaModFix/>
          </a:blip>
          <a:stretch>
            <a:fillRect/>
          </a:stretch>
        </p:blipFill>
        <p:spPr>
          <a:xfrm>
            <a:off x="1224575" y="162731"/>
            <a:ext cx="6888200" cy="4818044"/>
          </a:xfrm>
          <a:prstGeom prst="rect">
            <a:avLst/>
          </a:prstGeom>
          <a:noFill/>
          <a:ln>
            <a:noFill/>
          </a:ln>
        </p:spPr>
      </p:pic>
      <p:pic>
        <p:nvPicPr>
          <p:cNvPr descr="Piece of duct tape sticking a note to the slide" id="119" name="Google Shape;119;p18"/>
          <p:cNvPicPr preferRelativeResize="0"/>
          <p:nvPr/>
        </p:nvPicPr>
        <p:blipFill rotWithShape="1">
          <a:blip r:embed="rId4">
            <a:alphaModFix/>
          </a:blip>
          <a:srcRect b="10012" l="9245" r="2118" t="5926"/>
          <a:stretch/>
        </p:blipFill>
        <p:spPr>
          <a:xfrm rot="95672">
            <a:off x="2992444" y="146691"/>
            <a:ext cx="3352462" cy="737259"/>
          </a:xfrm>
          <a:prstGeom prst="rect">
            <a:avLst/>
          </a:prstGeom>
          <a:noFill/>
          <a:ln>
            <a:noFill/>
          </a:ln>
        </p:spPr>
      </p:pic>
      <p:sp>
        <p:nvSpPr>
          <p:cNvPr id="120" name="Google Shape;120;p18"/>
          <p:cNvSpPr txBox="1"/>
          <p:nvPr>
            <p:ph idx="4294967295" type="body"/>
          </p:nvPr>
        </p:nvSpPr>
        <p:spPr>
          <a:xfrm>
            <a:off x="1889925" y="1377471"/>
            <a:ext cx="55575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2"/>
              </a:buClr>
              <a:buSzPts val="1100"/>
              <a:buFont typeface="Arial"/>
              <a:buNone/>
            </a:pPr>
            <a:r>
              <a:t/>
            </a:r>
            <a:endParaRPr sz="1200">
              <a:latin typeface="Raleway"/>
              <a:ea typeface="Raleway"/>
              <a:cs typeface="Raleway"/>
              <a:sym typeface="Raleway"/>
            </a:endParaRPr>
          </a:p>
          <a:p>
            <a:pPr indent="0" lvl="0" marL="0" rtl="0" algn="l">
              <a:spcBef>
                <a:spcPts val="1600"/>
              </a:spcBef>
              <a:spcAft>
                <a:spcPts val="0"/>
              </a:spcAft>
              <a:buNone/>
            </a:pPr>
            <a:r>
              <a:rPr b="1" lang="en" sz="1400">
                <a:solidFill>
                  <a:schemeClr val="dk1"/>
                </a:solidFill>
                <a:latin typeface="Raleway"/>
                <a:ea typeface="Raleway"/>
                <a:cs typeface="Raleway"/>
                <a:sym typeface="Raleway"/>
              </a:rPr>
              <a:t>Task </a:t>
            </a:r>
            <a:r>
              <a:rPr lang="en" sz="1200">
                <a:latin typeface="Raleway"/>
                <a:ea typeface="Raleway"/>
                <a:cs typeface="Raleway"/>
                <a:sym typeface="Raleway"/>
              </a:rPr>
              <a:t>[Tipo di testo da creare]</a:t>
            </a:r>
            <a:endParaRPr sz="1200">
              <a:latin typeface="Raleway"/>
              <a:ea typeface="Raleway"/>
              <a:cs typeface="Raleway"/>
              <a:sym typeface="Raleway"/>
            </a:endParaRPr>
          </a:p>
          <a:p>
            <a:pPr indent="0" lvl="0" marL="0" rtl="0" algn="l">
              <a:spcBef>
                <a:spcPts val="1600"/>
              </a:spcBef>
              <a:spcAft>
                <a:spcPts val="0"/>
              </a:spcAft>
              <a:buNone/>
            </a:pPr>
            <a:r>
              <a:rPr b="1" lang="en" sz="1400">
                <a:solidFill>
                  <a:schemeClr val="dk1"/>
                </a:solidFill>
                <a:latin typeface="Raleway"/>
                <a:ea typeface="Raleway"/>
                <a:cs typeface="Raleway"/>
                <a:sym typeface="Raleway"/>
              </a:rPr>
              <a:t>Contesto</a:t>
            </a:r>
            <a:r>
              <a:rPr lang="en" sz="1200">
                <a:latin typeface="Raleway"/>
                <a:ea typeface="Raleway"/>
                <a:cs typeface="Raleway"/>
                <a:sym typeface="Raleway"/>
              </a:rPr>
              <a:t> [Tema, target di lettori, tono desiderato, lunghezza]</a:t>
            </a:r>
            <a:endParaRPr sz="1200">
              <a:latin typeface="Raleway"/>
              <a:ea typeface="Raleway"/>
              <a:cs typeface="Raleway"/>
              <a:sym typeface="Raleway"/>
            </a:endParaRPr>
          </a:p>
          <a:p>
            <a:pPr indent="0" lvl="0" marL="0" rtl="0" algn="l">
              <a:spcBef>
                <a:spcPts val="1600"/>
              </a:spcBef>
              <a:spcAft>
                <a:spcPts val="0"/>
              </a:spcAft>
              <a:buNone/>
            </a:pPr>
            <a:r>
              <a:rPr b="1" lang="en" sz="1400">
                <a:solidFill>
                  <a:schemeClr val="dk1"/>
                </a:solidFill>
                <a:latin typeface="Raleway"/>
                <a:ea typeface="Raleway"/>
                <a:cs typeface="Raleway"/>
                <a:sym typeface="Raleway"/>
              </a:rPr>
              <a:t>Output</a:t>
            </a:r>
            <a:r>
              <a:rPr lang="en" sz="1200">
                <a:latin typeface="Raleway"/>
                <a:ea typeface="Raleway"/>
                <a:cs typeface="Raleway"/>
                <a:sym typeface="Raleway"/>
              </a:rPr>
              <a:t> [Obiettivo del testo]</a:t>
            </a:r>
            <a:endParaRPr sz="1200">
              <a:latin typeface="Raleway"/>
              <a:ea typeface="Raleway"/>
              <a:cs typeface="Raleway"/>
              <a:sym typeface="Raleway"/>
            </a:endParaRPr>
          </a:p>
          <a:p>
            <a:pPr indent="0" lvl="0" marL="0" rtl="0" algn="l">
              <a:spcBef>
                <a:spcPts val="1600"/>
              </a:spcBef>
              <a:spcAft>
                <a:spcPts val="1600"/>
              </a:spcAft>
              <a:buNone/>
            </a:pPr>
            <a:r>
              <a:rPr b="1" lang="en" sz="1400">
                <a:solidFill>
                  <a:schemeClr val="dk1"/>
                </a:solidFill>
                <a:latin typeface="Raleway"/>
                <a:ea typeface="Raleway"/>
                <a:cs typeface="Raleway"/>
                <a:sym typeface="Raleway"/>
              </a:rPr>
              <a:t>Formato</a:t>
            </a:r>
            <a:r>
              <a:rPr lang="en" sz="1200">
                <a:latin typeface="Raleway"/>
                <a:ea typeface="Raleway"/>
                <a:cs typeface="Raleway"/>
                <a:sym typeface="Raleway"/>
              </a:rPr>
              <a:t> [Struttura, es. paragrafi, elenco, titolo e sottotitoli]</a:t>
            </a:r>
            <a:endParaRPr sz="1200">
              <a:latin typeface="Raleway"/>
              <a:ea typeface="Raleway"/>
              <a:cs typeface="Raleway"/>
              <a:sym typeface="Raleway"/>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24" name="Shape 124"/>
        <p:cNvGrpSpPr/>
        <p:nvPr/>
      </p:nvGrpSpPr>
      <p:grpSpPr>
        <a:xfrm>
          <a:off x="0" y="0"/>
          <a:ext cx="0" cy="0"/>
          <a:chOff x="0" y="0"/>
          <a:chExt cx="0" cy="0"/>
        </a:xfrm>
      </p:grpSpPr>
      <p:pic>
        <p:nvPicPr>
          <p:cNvPr id="125" name="Google Shape;125;p19"/>
          <p:cNvPicPr preferRelativeResize="0"/>
          <p:nvPr/>
        </p:nvPicPr>
        <p:blipFill>
          <a:blip r:embed="rId3">
            <a:alphaModFix/>
          </a:blip>
          <a:stretch>
            <a:fillRect/>
          </a:stretch>
        </p:blipFill>
        <p:spPr>
          <a:xfrm>
            <a:off x="1224575" y="162731"/>
            <a:ext cx="6888200" cy="4818044"/>
          </a:xfrm>
          <a:prstGeom prst="rect">
            <a:avLst/>
          </a:prstGeom>
          <a:noFill/>
          <a:ln>
            <a:noFill/>
          </a:ln>
        </p:spPr>
      </p:pic>
      <p:pic>
        <p:nvPicPr>
          <p:cNvPr descr="Piece of duct tape sticking a note to the slide" id="126" name="Google Shape;126;p19"/>
          <p:cNvPicPr preferRelativeResize="0"/>
          <p:nvPr/>
        </p:nvPicPr>
        <p:blipFill rotWithShape="1">
          <a:blip r:embed="rId4">
            <a:alphaModFix/>
          </a:blip>
          <a:srcRect b="10012" l="9245" r="2118" t="5926"/>
          <a:stretch/>
        </p:blipFill>
        <p:spPr>
          <a:xfrm rot="95672">
            <a:off x="2992444" y="146691"/>
            <a:ext cx="3352462" cy="737259"/>
          </a:xfrm>
          <a:prstGeom prst="rect">
            <a:avLst/>
          </a:prstGeom>
          <a:noFill/>
          <a:ln>
            <a:noFill/>
          </a:ln>
        </p:spPr>
      </p:pic>
      <p:sp>
        <p:nvSpPr>
          <p:cNvPr id="127" name="Google Shape;127;p19"/>
          <p:cNvSpPr txBox="1"/>
          <p:nvPr>
            <p:ph idx="4294967295" type="body"/>
          </p:nvPr>
        </p:nvSpPr>
        <p:spPr>
          <a:xfrm>
            <a:off x="1889925" y="1377471"/>
            <a:ext cx="55575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400">
                <a:solidFill>
                  <a:schemeClr val="dk1"/>
                </a:solidFill>
                <a:latin typeface="Raleway"/>
                <a:ea typeface="Raleway"/>
                <a:cs typeface="Raleway"/>
                <a:sym typeface="Raleway"/>
              </a:rPr>
              <a:t>Task</a:t>
            </a:r>
            <a:r>
              <a:rPr lang="en" sz="1200">
                <a:latin typeface="Raleway"/>
                <a:ea typeface="Raleway"/>
                <a:cs typeface="Raleway"/>
                <a:sym typeface="Raleway"/>
              </a:rPr>
              <a:t>: Scrivi un articolo di blog</a:t>
            </a:r>
            <a:endParaRPr sz="1200">
              <a:latin typeface="Raleway"/>
              <a:ea typeface="Raleway"/>
              <a:cs typeface="Raleway"/>
              <a:sym typeface="Raleway"/>
            </a:endParaRPr>
          </a:p>
          <a:p>
            <a:pPr indent="0" lvl="0" marL="0" rtl="0" algn="l">
              <a:spcBef>
                <a:spcPts val="1600"/>
              </a:spcBef>
              <a:spcAft>
                <a:spcPts val="0"/>
              </a:spcAft>
              <a:buNone/>
            </a:pPr>
            <a:r>
              <a:rPr b="1" lang="en" sz="1400">
                <a:solidFill>
                  <a:schemeClr val="dk1"/>
                </a:solidFill>
                <a:latin typeface="Raleway"/>
                <a:ea typeface="Raleway"/>
                <a:cs typeface="Raleway"/>
                <a:sym typeface="Raleway"/>
              </a:rPr>
              <a:t>Contesto</a:t>
            </a:r>
            <a:r>
              <a:rPr lang="en" sz="1200">
                <a:latin typeface="Raleway"/>
                <a:ea typeface="Raleway"/>
                <a:cs typeface="Raleway"/>
                <a:sym typeface="Raleway"/>
              </a:rPr>
              <a:t> Alimentazione sana, pubblico giovani adulti, tono: amichevole e motivante, lunghezza circa 800 parole</a:t>
            </a:r>
            <a:endParaRPr sz="1200">
              <a:latin typeface="Raleway"/>
              <a:ea typeface="Raleway"/>
              <a:cs typeface="Raleway"/>
              <a:sym typeface="Raleway"/>
            </a:endParaRPr>
          </a:p>
          <a:p>
            <a:pPr indent="0" lvl="0" marL="0" rtl="0" algn="l">
              <a:spcBef>
                <a:spcPts val="1600"/>
              </a:spcBef>
              <a:spcAft>
                <a:spcPts val="0"/>
              </a:spcAft>
              <a:buNone/>
            </a:pPr>
            <a:r>
              <a:rPr b="1" lang="en" sz="1400">
                <a:solidFill>
                  <a:schemeClr val="dk1"/>
                </a:solidFill>
                <a:latin typeface="Raleway"/>
                <a:ea typeface="Raleway"/>
                <a:cs typeface="Raleway"/>
                <a:sym typeface="Raleway"/>
              </a:rPr>
              <a:t>Output</a:t>
            </a:r>
            <a:r>
              <a:rPr lang="en" sz="1200">
                <a:latin typeface="Raleway"/>
                <a:ea typeface="Raleway"/>
                <a:cs typeface="Raleway"/>
                <a:sym typeface="Raleway"/>
              </a:rPr>
              <a:t> Informare su benefici di una dieta equilibrata e suggerire 5 ricette semplici</a:t>
            </a:r>
            <a:endParaRPr sz="1200">
              <a:latin typeface="Raleway"/>
              <a:ea typeface="Raleway"/>
              <a:cs typeface="Raleway"/>
              <a:sym typeface="Raleway"/>
            </a:endParaRPr>
          </a:p>
          <a:p>
            <a:pPr indent="0" lvl="0" marL="0" rtl="0" algn="l">
              <a:spcBef>
                <a:spcPts val="1600"/>
              </a:spcBef>
              <a:spcAft>
                <a:spcPts val="1600"/>
              </a:spcAft>
              <a:buNone/>
            </a:pPr>
            <a:r>
              <a:rPr b="1" lang="en" sz="1400">
                <a:solidFill>
                  <a:schemeClr val="dk1"/>
                </a:solidFill>
                <a:latin typeface="Raleway"/>
                <a:ea typeface="Raleway"/>
                <a:cs typeface="Raleway"/>
                <a:sym typeface="Raleway"/>
              </a:rPr>
              <a:t>Formato</a:t>
            </a:r>
            <a:r>
              <a:rPr lang="en" sz="1200">
                <a:latin typeface="Raleway"/>
                <a:ea typeface="Raleway"/>
                <a:cs typeface="Raleway"/>
                <a:sym typeface="Raleway"/>
              </a:rPr>
              <a:t> Titolo, introduzione, 3 paragrafi principali, conclusione con invito all’azione</a:t>
            </a:r>
            <a:endParaRPr sz="1200">
              <a:latin typeface="Raleway"/>
              <a:ea typeface="Raleway"/>
              <a:cs typeface="Raleway"/>
              <a:sym typeface="Raleway"/>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1" name="Shape 131"/>
        <p:cNvGrpSpPr/>
        <p:nvPr/>
      </p:nvGrpSpPr>
      <p:grpSpPr>
        <a:xfrm>
          <a:off x="0" y="0"/>
          <a:ext cx="0" cy="0"/>
          <a:chOff x="0" y="0"/>
          <a:chExt cx="0" cy="0"/>
        </a:xfrm>
      </p:grpSpPr>
      <p:pic>
        <p:nvPicPr>
          <p:cNvPr id="132" name="Google Shape;132;p20"/>
          <p:cNvPicPr preferRelativeResize="0"/>
          <p:nvPr/>
        </p:nvPicPr>
        <p:blipFill>
          <a:blip r:embed="rId3">
            <a:alphaModFix/>
          </a:blip>
          <a:stretch>
            <a:fillRect/>
          </a:stretch>
        </p:blipFill>
        <p:spPr>
          <a:xfrm>
            <a:off x="1224575" y="162731"/>
            <a:ext cx="6888200" cy="4818044"/>
          </a:xfrm>
          <a:prstGeom prst="rect">
            <a:avLst/>
          </a:prstGeom>
          <a:noFill/>
          <a:ln>
            <a:noFill/>
          </a:ln>
        </p:spPr>
      </p:pic>
      <p:pic>
        <p:nvPicPr>
          <p:cNvPr descr="Piece of duct tape sticking a note to the slide" id="133" name="Google Shape;133;p20"/>
          <p:cNvPicPr preferRelativeResize="0"/>
          <p:nvPr/>
        </p:nvPicPr>
        <p:blipFill rotWithShape="1">
          <a:blip r:embed="rId4">
            <a:alphaModFix/>
          </a:blip>
          <a:srcRect b="10012" l="9245" r="2118" t="5926"/>
          <a:stretch/>
        </p:blipFill>
        <p:spPr>
          <a:xfrm rot="95672">
            <a:off x="2992444" y="146691"/>
            <a:ext cx="3352462" cy="737259"/>
          </a:xfrm>
          <a:prstGeom prst="rect">
            <a:avLst/>
          </a:prstGeom>
          <a:noFill/>
          <a:ln>
            <a:noFill/>
          </a:ln>
        </p:spPr>
      </p:pic>
      <p:sp>
        <p:nvSpPr>
          <p:cNvPr id="134" name="Google Shape;134;p20"/>
          <p:cNvSpPr txBox="1"/>
          <p:nvPr>
            <p:ph idx="4294967295" type="body"/>
          </p:nvPr>
        </p:nvSpPr>
        <p:spPr>
          <a:xfrm>
            <a:off x="1889925" y="1377471"/>
            <a:ext cx="5557500" cy="33279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sz="1200">
                <a:latin typeface="Raleway"/>
                <a:ea typeface="Raleway"/>
                <a:cs typeface="Raleway"/>
                <a:sym typeface="Raleway"/>
              </a:rPr>
              <a:t>Scrivi un articolo di blog di circa 800 parole sul tema dell'alimentazione sana rivolto a giovani adulti. Il tono deve essere amichevole e motivante. L'articolo deve informare sui benefici di una dieta equilibrata e suggerire 5 ricette semplici. La struttura deve essere la seguente: un titolo accattivante, un’introduzione che catturi l’attenzione, tre paragrafi principali che approfondiscono i benefici di un’alimentazione bilanciata, e una conclusione che incoraggi i lettori a mettere in pratica i consigli, con un invito all’azione chiaro.</a:t>
            </a:r>
            <a:endParaRPr sz="1200">
              <a:latin typeface="Raleway"/>
              <a:ea typeface="Raleway"/>
              <a:cs typeface="Raleway"/>
              <a:sym typeface="Raleway"/>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Screen Shot 2015-11-20 at 9.47.21 AM.png" id="139" name="Google Shape;139;p21"/>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40" name="Google Shape;140;p21"/>
          <p:cNvSpPr txBox="1"/>
          <p:nvPr>
            <p:ph type="title"/>
          </p:nvPr>
        </p:nvSpPr>
        <p:spPr>
          <a:xfrm>
            <a:off x="318750" y="227400"/>
            <a:ext cx="8506500" cy="46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2"/>
              </a:buClr>
              <a:buSzPts val="1100"/>
              <a:buFont typeface="Arial"/>
              <a:buNone/>
            </a:pPr>
            <a:r>
              <a:rPr lang="en" sz="1900">
                <a:latin typeface="Arial"/>
                <a:ea typeface="Arial"/>
                <a:cs typeface="Arial"/>
                <a:sym typeface="Arial"/>
              </a:rPr>
              <a:t>Mangia Sano, Vivi alla Grande: La Guida per Giovani Adulti per Sentirsi Pieni di Energia (Senza Impazzire ai Fornelli)</a:t>
            </a:r>
            <a:endParaRPr sz="1900">
              <a:latin typeface="Arial"/>
              <a:ea typeface="Arial"/>
              <a:cs typeface="Arial"/>
              <a:sym typeface="Arial"/>
            </a:endParaRPr>
          </a:p>
          <a:p>
            <a:pPr indent="0" lvl="0" marL="0" rtl="0" algn="l">
              <a:lnSpc>
                <a:spcPct val="115000"/>
              </a:lnSpc>
              <a:spcBef>
                <a:spcPts val="600"/>
              </a:spcBef>
              <a:spcAft>
                <a:spcPts val="0"/>
              </a:spcAft>
              <a:buClr>
                <a:schemeClr val="dk2"/>
              </a:buClr>
              <a:buSzPts val="1100"/>
              <a:buFont typeface="Arial"/>
              <a:buNone/>
            </a:pPr>
            <a:r>
              <a:rPr b="0" lang="en" sz="1300">
                <a:latin typeface="Arial"/>
                <a:ea typeface="Arial"/>
                <a:cs typeface="Arial"/>
                <a:sym typeface="Arial"/>
              </a:rPr>
              <a:t>Ehilà! Siamo onesti: la vita da giovane adulto è un frullatore. Tra lezioni universitarie, scadenze di lavoro, serate con gli amici e il tentativo di avere una vita sociale (e forse di dormire), l'ultima cosa a cui vuoi pensare è cosa c'è nel tuo piatto. È molto più facile ordinare l'ennesima pizza o sopravvivere a caffè e snack confezionati, vero?</a:t>
            </a:r>
            <a:endParaRPr b="0" sz="1300">
              <a:latin typeface="Arial"/>
              <a:ea typeface="Arial"/>
              <a:cs typeface="Arial"/>
              <a:sym typeface="Arial"/>
            </a:endParaRPr>
          </a:p>
          <a:p>
            <a:pPr indent="0" lvl="0" marL="0" rtl="0" algn="l">
              <a:lnSpc>
                <a:spcPct val="115000"/>
              </a:lnSpc>
              <a:spcBef>
                <a:spcPts val="1200"/>
              </a:spcBef>
              <a:spcAft>
                <a:spcPts val="0"/>
              </a:spcAft>
              <a:buClr>
                <a:schemeClr val="dk2"/>
              </a:buClr>
              <a:buSzPts val="1100"/>
              <a:buFont typeface="Arial"/>
              <a:buNone/>
            </a:pPr>
            <a:r>
              <a:rPr b="0" lang="en" sz="1300">
                <a:latin typeface="Arial"/>
                <a:ea typeface="Arial"/>
                <a:cs typeface="Arial"/>
                <a:sym typeface="Arial"/>
              </a:rPr>
              <a:t>Ci siamo passati tutti. Ci sentiamo uno straccio la mattina, abbiamo l'abbiocco post-pranzo che ci stende sulla scrivania e ci chiediamo perché la nostra pelle sembra odiarci.</a:t>
            </a:r>
            <a:endParaRPr b="0" sz="1300">
              <a:latin typeface="Arial"/>
              <a:ea typeface="Arial"/>
              <a:cs typeface="Arial"/>
              <a:sym typeface="Arial"/>
            </a:endParaRPr>
          </a:p>
          <a:p>
            <a:pPr indent="0" lvl="0" marL="0" rtl="0" algn="l">
              <a:lnSpc>
                <a:spcPct val="115000"/>
              </a:lnSpc>
              <a:spcBef>
                <a:spcPts val="1200"/>
              </a:spcBef>
              <a:spcAft>
                <a:spcPts val="0"/>
              </a:spcAft>
              <a:buClr>
                <a:schemeClr val="dk2"/>
              </a:buClr>
              <a:buSzPts val="1100"/>
              <a:buFont typeface="Arial"/>
              <a:buNone/>
            </a:pPr>
            <a:r>
              <a:rPr b="0" lang="en" sz="1300">
                <a:latin typeface="Arial"/>
                <a:ea typeface="Arial"/>
                <a:cs typeface="Arial"/>
                <a:sym typeface="Arial"/>
              </a:rPr>
              <a:t>E se ti dicessi che la soluzione a molti di questi problemi non è una nuova app di produttività o un caffè più forte, ma qualcosa di molto più semplice? Il cibo.</a:t>
            </a:r>
            <a:endParaRPr b="0" sz="1300">
              <a:latin typeface="Arial"/>
              <a:ea typeface="Arial"/>
              <a:cs typeface="Arial"/>
              <a:sym typeface="Arial"/>
            </a:endParaRPr>
          </a:p>
          <a:p>
            <a:pPr indent="0" lvl="0" marL="0" rtl="0" algn="l">
              <a:lnSpc>
                <a:spcPct val="115000"/>
              </a:lnSpc>
              <a:spcBef>
                <a:spcPts val="1200"/>
              </a:spcBef>
              <a:spcAft>
                <a:spcPts val="0"/>
              </a:spcAft>
              <a:buClr>
                <a:schemeClr val="dk2"/>
              </a:buClr>
              <a:buSzPts val="1100"/>
              <a:buFont typeface="Arial"/>
              <a:buNone/>
            </a:pPr>
            <a:r>
              <a:rPr b="0" lang="en" sz="1300">
                <a:latin typeface="Arial"/>
                <a:ea typeface="Arial"/>
                <a:cs typeface="Arial"/>
                <a:sym typeface="Arial"/>
              </a:rPr>
              <a:t>So cosa stai pensando: "L'alimentazione sana è complicata, costosa e noiosa". Falso. Mangiare bene non significa rinunciare al gusto o passare ore ai fornelli. Significa dare al tuo corpo il carburante giusto per funzionare al meglio. Pensa al tuo corpo come a una macchina sportiva: faresti mai il pieno con l'olio per friggere? Probabilmente no. È ora di smettere di trattare te stesso come un'utilitaria scassata e iniziare a darti la benzina premium che meriti.</a:t>
            </a:r>
            <a:endParaRPr b="0" sz="1300">
              <a:latin typeface="Arial"/>
              <a:ea typeface="Arial"/>
              <a:cs typeface="Arial"/>
              <a:sym typeface="Arial"/>
            </a:endParaRPr>
          </a:p>
          <a:p>
            <a:pPr indent="0" lvl="0" marL="0" rtl="0" algn="l">
              <a:lnSpc>
                <a:spcPct val="115000"/>
              </a:lnSpc>
              <a:spcBef>
                <a:spcPts val="1200"/>
              </a:spcBef>
              <a:spcAft>
                <a:spcPts val="1200"/>
              </a:spcAft>
              <a:buNone/>
            </a:pPr>
            <a:r>
              <a:rPr b="0" lang="en" sz="1300">
                <a:latin typeface="Arial"/>
                <a:ea typeface="Arial"/>
                <a:cs typeface="Arial"/>
                <a:sym typeface="Arial"/>
              </a:rPr>
              <a:t>Questo articolo non è una lezione noiosa, ma il tuo "cheat sheet" per trasformare il cibo nel tuo superpotere.</a:t>
            </a:r>
            <a:endParaRPr sz="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40">
                                            <p:txEl>
                                              <p:pRg end="0" st="0"/>
                                            </p:txEl>
                                          </p:spTgt>
                                        </p:tgtEl>
                                        <p:attrNameLst>
                                          <p:attrName>style.visibility</p:attrName>
                                        </p:attrNameLst>
                                      </p:cBhvr>
                                      <p:to>
                                        <p:strVal val="visible"/>
                                      </p:to>
                                    </p:set>
                                    <p:anim calcmode="lin" valueType="num">
                                      <p:cBhvr additive="base">
                                        <p:cTn dur="2000"/>
                                        <p:tgtEl>
                                          <p:spTgt spid="140">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140">
                                            <p:txEl>
                                              <p:pRg end="1" st="1"/>
                                            </p:txEl>
                                          </p:spTgt>
                                        </p:tgtEl>
                                        <p:attrNameLst>
                                          <p:attrName>style.visibility</p:attrName>
                                        </p:attrNameLst>
                                      </p:cBhvr>
                                      <p:to>
                                        <p:strVal val="visible"/>
                                      </p:to>
                                    </p:set>
                                    <p:anim calcmode="lin" valueType="num">
                                      <p:cBhvr additive="base">
                                        <p:cTn dur="2000"/>
                                        <p:tgtEl>
                                          <p:spTgt spid="140">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4">
                                  <p:stCondLst>
                                    <p:cond delay="0"/>
                                  </p:stCondLst>
                                  <p:childTnLst>
                                    <p:set>
                                      <p:cBhvr>
                                        <p:cTn dur="1" fill="hold">
                                          <p:stCondLst>
                                            <p:cond delay="0"/>
                                          </p:stCondLst>
                                        </p:cTn>
                                        <p:tgtEl>
                                          <p:spTgt spid="140">
                                            <p:txEl>
                                              <p:pRg end="2" st="2"/>
                                            </p:txEl>
                                          </p:spTgt>
                                        </p:tgtEl>
                                        <p:attrNameLst>
                                          <p:attrName>style.visibility</p:attrName>
                                        </p:attrNameLst>
                                      </p:cBhvr>
                                      <p:to>
                                        <p:strVal val="visible"/>
                                      </p:to>
                                    </p:set>
                                    <p:anim calcmode="lin" valueType="num">
                                      <p:cBhvr additive="base">
                                        <p:cTn dur="2000"/>
                                        <p:tgtEl>
                                          <p:spTgt spid="140">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140">
                                            <p:txEl>
                                              <p:pRg end="3" st="3"/>
                                            </p:txEl>
                                          </p:spTgt>
                                        </p:tgtEl>
                                        <p:attrNameLst>
                                          <p:attrName>style.visibility</p:attrName>
                                        </p:attrNameLst>
                                      </p:cBhvr>
                                      <p:to>
                                        <p:strVal val="visible"/>
                                      </p:to>
                                    </p:set>
                                    <p:anim calcmode="lin" valueType="num">
                                      <p:cBhvr additive="base">
                                        <p:cTn dur="2000"/>
                                        <p:tgtEl>
                                          <p:spTgt spid="140">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4">
                                  <p:stCondLst>
                                    <p:cond delay="0"/>
                                  </p:stCondLst>
                                  <p:childTnLst>
                                    <p:set>
                                      <p:cBhvr>
                                        <p:cTn dur="1" fill="hold">
                                          <p:stCondLst>
                                            <p:cond delay="0"/>
                                          </p:stCondLst>
                                        </p:cTn>
                                        <p:tgtEl>
                                          <p:spTgt spid="140">
                                            <p:txEl>
                                              <p:pRg end="4" st="4"/>
                                            </p:txEl>
                                          </p:spTgt>
                                        </p:tgtEl>
                                        <p:attrNameLst>
                                          <p:attrName>style.visibility</p:attrName>
                                        </p:attrNameLst>
                                      </p:cBhvr>
                                      <p:to>
                                        <p:strVal val="visible"/>
                                      </p:to>
                                    </p:set>
                                    <p:anim calcmode="lin" valueType="num">
                                      <p:cBhvr additive="base">
                                        <p:cTn dur="2000"/>
                                        <p:tgtEl>
                                          <p:spTgt spid="140">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4">
                                  <p:stCondLst>
                                    <p:cond delay="0"/>
                                  </p:stCondLst>
                                  <p:childTnLst>
                                    <p:set>
                                      <p:cBhvr>
                                        <p:cTn dur="1" fill="hold">
                                          <p:stCondLst>
                                            <p:cond delay="0"/>
                                          </p:stCondLst>
                                        </p:cTn>
                                        <p:tgtEl>
                                          <p:spTgt spid="140">
                                            <p:txEl>
                                              <p:pRg end="5" st="5"/>
                                            </p:txEl>
                                          </p:spTgt>
                                        </p:tgtEl>
                                        <p:attrNameLst>
                                          <p:attrName>style.visibility</p:attrName>
                                        </p:attrNameLst>
                                      </p:cBhvr>
                                      <p:to>
                                        <p:strVal val="visible"/>
                                      </p:to>
                                    </p:set>
                                    <p:anim calcmode="lin" valueType="num">
                                      <p:cBhvr additive="base">
                                        <p:cTn dur="2000"/>
                                        <p:tgtEl>
                                          <p:spTgt spid="140">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pic>
        <p:nvPicPr>
          <p:cNvPr descr="Screen Shot 2015-11-20 at 9.47.21 AM.png" id="145" name="Google Shape;145;p22"/>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46" name="Google Shape;146;p22"/>
          <p:cNvSpPr txBox="1"/>
          <p:nvPr>
            <p:ph type="title"/>
          </p:nvPr>
        </p:nvSpPr>
        <p:spPr>
          <a:xfrm>
            <a:off x="318750" y="227400"/>
            <a:ext cx="8506500" cy="46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Arial"/>
                <a:ea typeface="Arial"/>
                <a:cs typeface="Arial"/>
                <a:sym typeface="Arial"/>
              </a:rPr>
              <a:t>1. Il Carburante per il Cervello: Addio Nebbia Mentale, Ciao Concentrazione</a:t>
            </a:r>
            <a:endParaRPr sz="1500">
              <a:latin typeface="Arial"/>
              <a:ea typeface="Arial"/>
              <a:cs typeface="Arial"/>
              <a:sym typeface="Arial"/>
            </a:endParaRPr>
          </a:p>
          <a:p>
            <a:pPr indent="0" lvl="0" marL="0" rtl="0" algn="l">
              <a:lnSpc>
                <a:spcPct val="115000"/>
              </a:lnSpc>
              <a:spcBef>
                <a:spcPts val="600"/>
              </a:spcBef>
              <a:spcAft>
                <a:spcPts val="0"/>
              </a:spcAft>
              <a:buNone/>
            </a:pPr>
            <a:r>
              <a:rPr b="0" lang="en" sz="1300">
                <a:latin typeface="Arial"/>
                <a:ea typeface="Arial"/>
                <a:cs typeface="Arial"/>
                <a:sym typeface="Arial"/>
              </a:rPr>
              <a:t>La prima vittima di una dieta "da studente" è il tuo cervello. Quando mangi cibi ultra-processati e pieni di zucchero, il tuo livello di zuccheri nel sangue fa le montagne russe: un picco di energia seguito da un crollo verticale. Quella sensazione di sonnolenza e incapacità di mettere a fuoco dopo pranzo? Esatto, è colpa sua.</a:t>
            </a:r>
            <a:endParaRPr b="0" sz="1300">
              <a:latin typeface="Arial"/>
              <a:ea typeface="Arial"/>
              <a:cs typeface="Arial"/>
              <a:sym typeface="Arial"/>
            </a:endParaRPr>
          </a:p>
          <a:p>
            <a:pPr indent="0" lvl="0" marL="0" rtl="0" algn="l">
              <a:lnSpc>
                <a:spcPct val="115000"/>
              </a:lnSpc>
              <a:spcBef>
                <a:spcPts val="1200"/>
              </a:spcBef>
              <a:spcAft>
                <a:spcPts val="0"/>
              </a:spcAft>
              <a:buNone/>
            </a:pPr>
            <a:r>
              <a:rPr b="0" lang="en" sz="1300">
                <a:latin typeface="Arial"/>
                <a:ea typeface="Arial"/>
                <a:cs typeface="Arial"/>
                <a:sym typeface="Arial"/>
              </a:rPr>
              <a:t>Un'alimentazione bilanciata, ricca di carboidrati complessi (come avena, riso integrale, quinoa), proteine magre (pollo, uova, legumi) e grassi sani (avocado, noci, olio d'oliva), è l'esatto opposto. Questi alimenti rilasciano energia lentamente e costantemente.</a:t>
            </a:r>
            <a:endParaRPr b="0" sz="1300">
              <a:latin typeface="Arial"/>
              <a:ea typeface="Arial"/>
              <a:cs typeface="Arial"/>
              <a:sym typeface="Arial"/>
            </a:endParaRPr>
          </a:p>
          <a:p>
            <a:pPr indent="0" lvl="0" marL="0" rtl="0" algn="l">
              <a:lnSpc>
                <a:spcPct val="115000"/>
              </a:lnSpc>
              <a:spcBef>
                <a:spcPts val="1200"/>
              </a:spcBef>
              <a:spcAft>
                <a:spcPts val="1200"/>
              </a:spcAft>
              <a:buNone/>
            </a:pPr>
            <a:r>
              <a:rPr lang="en" sz="1300">
                <a:latin typeface="Arial"/>
                <a:ea typeface="Arial"/>
                <a:cs typeface="Arial"/>
                <a:sym typeface="Arial"/>
              </a:rPr>
              <a:t>Il beneficio immediato:</a:t>
            </a:r>
            <a:r>
              <a:rPr b="0" lang="en" sz="1300">
                <a:latin typeface="Arial"/>
                <a:ea typeface="Arial"/>
                <a:cs typeface="Arial"/>
                <a:sym typeface="Arial"/>
              </a:rPr>
              <a:t> Dici addio alla nebbia mentale. La tua concentrazione durante le lezioni o le riunioni di lavoro migliora drasticamente. Ricordare le cose diventa più facile e quel progetto che stavi rimandando sembra improvvisamente meno intimidatorio. Meno sbadigli, più idee brillanti.</a:t>
            </a:r>
            <a:endParaRPr sz="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46">
                                            <p:txEl>
                                              <p:pRg end="0" st="0"/>
                                            </p:txEl>
                                          </p:spTgt>
                                        </p:tgtEl>
                                        <p:attrNameLst>
                                          <p:attrName>style.visibility</p:attrName>
                                        </p:attrNameLst>
                                      </p:cBhvr>
                                      <p:to>
                                        <p:strVal val="visible"/>
                                      </p:to>
                                    </p:set>
                                    <p:anim calcmode="lin" valueType="num">
                                      <p:cBhvr additive="base">
                                        <p:cTn dur="2000"/>
                                        <p:tgtEl>
                                          <p:spTgt spid="146">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146">
                                            <p:txEl>
                                              <p:pRg end="1" st="1"/>
                                            </p:txEl>
                                          </p:spTgt>
                                        </p:tgtEl>
                                        <p:attrNameLst>
                                          <p:attrName>style.visibility</p:attrName>
                                        </p:attrNameLst>
                                      </p:cBhvr>
                                      <p:to>
                                        <p:strVal val="visible"/>
                                      </p:to>
                                    </p:set>
                                    <p:anim calcmode="lin" valueType="num">
                                      <p:cBhvr additive="base">
                                        <p:cTn dur="2000"/>
                                        <p:tgtEl>
                                          <p:spTgt spid="146">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4">
                                  <p:stCondLst>
                                    <p:cond delay="0"/>
                                  </p:stCondLst>
                                  <p:childTnLst>
                                    <p:set>
                                      <p:cBhvr>
                                        <p:cTn dur="1" fill="hold">
                                          <p:stCondLst>
                                            <p:cond delay="0"/>
                                          </p:stCondLst>
                                        </p:cTn>
                                        <p:tgtEl>
                                          <p:spTgt spid="146">
                                            <p:txEl>
                                              <p:pRg end="2" st="2"/>
                                            </p:txEl>
                                          </p:spTgt>
                                        </p:tgtEl>
                                        <p:attrNameLst>
                                          <p:attrName>style.visibility</p:attrName>
                                        </p:attrNameLst>
                                      </p:cBhvr>
                                      <p:to>
                                        <p:strVal val="visible"/>
                                      </p:to>
                                    </p:set>
                                    <p:anim calcmode="lin" valueType="num">
                                      <p:cBhvr additive="base">
                                        <p:cTn dur="2000"/>
                                        <p:tgtEl>
                                          <p:spTgt spid="146">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146">
                                            <p:txEl>
                                              <p:pRg end="3" st="3"/>
                                            </p:txEl>
                                          </p:spTgt>
                                        </p:tgtEl>
                                        <p:attrNameLst>
                                          <p:attrName>style.visibility</p:attrName>
                                        </p:attrNameLst>
                                      </p:cBhvr>
                                      <p:to>
                                        <p:strVal val="visible"/>
                                      </p:to>
                                    </p:set>
                                    <p:anim calcmode="lin" valueType="num">
                                      <p:cBhvr additive="base">
                                        <p:cTn dur="2000"/>
                                        <p:tgtEl>
                                          <p:spTgt spid="146">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descr="Screen Shot 2015-11-20 at 9.47.21 AM.png" id="151" name="Google Shape;151;p23"/>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52" name="Google Shape;152;p23"/>
          <p:cNvSpPr txBox="1"/>
          <p:nvPr>
            <p:ph type="title"/>
          </p:nvPr>
        </p:nvSpPr>
        <p:spPr>
          <a:xfrm>
            <a:off x="318750" y="227400"/>
            <a:ext cx="8506500" cy="46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Arial"/>
                <a:ea typeface="Arial"/>
                <a:cs typeface="Arial"/>
                <a:sym typeface="Arial"/>
              </a:rPr>
              <a:t>2. Cibo e Umore: Sei (Letteralmente) Quello Che Mangi</a:t>
            </a:r>
            <a:endParaRPr sz="1500">
              <a:latin typeface="Arial"/>
              <a:ea typeface="Arial"/>
              <a:cs typeface="Arial"/>
              <a:sym typeface="Arial"/>
            </a:endParaRPr>
          </a:p>
          <a:p>
            <a:pPr indent="0" lvl="0" marL="0" rtl="0" algn="l">
              <a:lnSpc>
                <a:spcPct val="115000"/>
              </a:lnSpc>
              <a:spcBef>
                <a:spcPts val="600"/>
              </a:spcBef>
              <a:spcAft>
                <a:spcPts val="0"/>
              </a:spcAft>
              <a:buNone/>
            </a:pPr>
            <a:r>
              <a:rPr b="0" lang="en" sz="1300">
                <a:latin typeface="Arial"/>
                <a:ea typeface="Arial"/>
                <a:cs typeface="Arial"/>
                <a:sym typeface="Arial"/>
              </a:rPr>
              <a:t>Ti sei mai sentito irritabile o giù di morale senza motivo dopo giorni di cibo spazzatura? Non è una coincidenza. C'è una connessione diretta e potente tra il tuo intestino e il tuo cervello (il famoso "asse intestino-cervello"). Circa il 90% della serotonina, l'ormone della felicità, viene prodotta proprio nel tuo intestino.</a:t>
            </a:r>
            <a:endParaRPr b="0" sz="1300">
              <a:latin typeface="Arial"/>
              <a:ea typeface="Arial"/>
              <a:cs typeface="Arial"/>
              <a:sym typeface="Arial"/>
            </a:endParaRPr>
          </a:p>
          <a:p>
            <a:pPr indent="0" lvl="0" marL="0" rtl="0" algn="l">
              <a:lnSpc>
                <a:spcPct val="115000"/>
              </a:lnSpc>
              <a:spcBef>
                <a:spcPts val="1200"/>
              </a:spcBef>
              <a:spcAft>
                <a:spcPts val="0"/>
              </a:spcAft>
              <a:buNone/>
            </a:pPr>
            <a:r>
              <a:rPr b="0" lang="en" sz="1300">
                <a:latin typeface="Arial"/>
                <a:ea typeface="Arial"/>
                <a:cs typeface="Arial"/>
                <a:sym typeface="Arial"/>
              </a:rPr>
              <a:t>Un'alimentazione povera di nutrienti e ricca di zuccheri e grassi saturi può infiammare il tuo sistema digestivo, mandando in tilt la produzione di quegli importantissimi neurotrasmettitori che regolano il tuo umore. Al contrario, una dieta ricca di fibre (frutta, verdura, legumi) nutre i batteri buoni del tuo intestino, che lavorano per mantenerti non solo fisicamente sano, ma anche mentalmente equilibrato.</a:t>
            </a:r>
            <a:endParaRPr b="0" sz="1300">
              <a:latin typeface="Arial"/>
              <a:ea typeface="Arial"/>
              <a:cs typeface="Arial"/>
              <a:sym typeface="Arial"/>
            </a:endParaRPr>
          </a:p>
          <a:p>
            <a:pPr indent="0" lvl="0" marL="0" rtl="0" algn="l">
              <a:lnSpc>
                <a:spcPct val="115000"/>
              </a:lnSpc>
              <a:spcBef>
                <a:spcPts val="1200"/>
              </a:spcBef>
              <a:spcAft>
                <a:spcPts val="1200"/>
              </a:spcAft>
              <a:buNone/>
            </a:pPr>
            <a:r>
              <a:rPr lang="en" sz="1300">
                <a:latin typeface="Arial"/>
                <a:ea typeface="Arial"/>
                <a:cs typeface="Arial"/>
                <a:sym typeface="Arial"/>
              </a:rPr>
              <a:t>Il beneficio immediato:</a:t>
            </a:r>
            <a:r>
              <a:rPr b="0" lang="en" sz="1300">
                <a:latin typeface="Arial"/>
                <a:ea typeface="Arial"/>
                <a:cs typeface="Arial"/>
                <a:sym typeface="Arial"/>
              </a:rPr>
              <a:t> Meno sbalzi d'umore, maggiore resilienza allo stress (e la vita da giovane adulto è piena di stress!) e una sensazione generale di benessere. È come un aggiornamento software per la tua salute mentale.</a:t>
            </a:r>
            <a:endParaRPr sz="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52">
                                            <p:txEl>
                                              <p:pRg end="0" st="0"/>
                                            </p:txEl>
                                          </p:spTgt>
                                        </p:tgtEl>
                                        <p:attrNameLst>
                                          <p:attrName>style.visibility</p:attrName>
                                        </p:attrNameLst>
                                      </p:cBhvr>
                                      <p:to>
                                        <p:strVal val="visible"/>
                                      </p:to>
                                    </p:set>
                                    <p:anim calcmode="lin" valueType="num">
                                      <p:cBhvr additive="base">
                                        <p:cTn dur="2000"/>
                                        <p:tgtEl>
                                          <p:spTgt spid="152">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152">
                                            <p:txEl>
                                              <p:pRg end="1" st="1"/>
                                            </p:txEl>
                                          </p:spTgt>
                                        </p:tgtEl>
                                        <p:attrNameLst>
                                          <p:attrName>style.visibility</p:attrName>
                                        </p:attrNameLst>
                                      </p:cBhvr>
                                      <p:to>
                                        <p:strVal val="visible"/>
                                      </p:to>
                                    </p:set>
                                    <p:anim calcmode="lin" valueType="num">
                                      <p:cBhvr additive="base">
                                        <p:cTn dur="2000"/>
                                        <p:tgtEl>
                                          <p:spTgt spid="152">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4">
                                  <p:stCondLst>
                                    <p:cond delay="0"/>
                                  </p:stCondLst>
                                  <p:childTnLst>
                                    <p:set>
                                      <p:cBhvr>
                                        <p:cTn dur="1" fill="hold">
                                          <p:stCondLst>
                                            <p:cond delay="0"/>
                                          </p:stCondLst>
                                        </p:cTn>
                                        <p:tgtEl>
                                          <p:spTgt spid="152">
                                            <p:txEl>
                                              <p:pRg end="2" st="2"/>
                                            </p:txEl>
                                          </p:spTgt>
                                        </p:tgtEl>
                                        <p:attrNameLst>
                                          <p:attrName>style.visibility</p:attrName>
                                        </p:attrNameLst>
                                      </p:cBhvr>
                                      <p:to>
                                        <p:strVal val="visible"/>
                                      </p:to>
                                    </p:set>
                                    <p:anim calcmode="lin" valueType="num">
                                      <p:cBhvr additive="base">
                                        <p:cTn dur="2000"/>
                                        <p:tgtEl>
                                          <p:spTgt spid="152">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152">
                                            <p:txEl>
                                              <p:pRg end="3" st="3"/>
                                            </p:txEl>
                                          </p:spTgt>
                                        </p:tgtEl>
                                        <p:attrNameLst>
                                          <p:attrName>style.visibility</p:attrName>
                                        </p:attrNameLst>
                                      </p:cBhvr>
                                      <p:to>
                                        <p:strVal val="visible"/>
                                      </p:to>
                                    </p:set>
                                    <p:anim calcmode="lin" valueType="num">
                                      <p:cBhvr additive="base">
                                        <p:cTn dur="2000"/>
                                        <p:tgtEl>
                                          <p:spTgt spid="152">
                                            <p:txEl>
                                              <p:pRg end="3" st="3"/>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Screen Shot 2015-11-20 at 9.47.21 AM.png" id="157" name="Google Shape;157;p24"/>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58" name="Google Shape;158;p24"/>
          <p:cNvSpPr txBox="1"/>
          <p:nvPr>
            <p:ph type="title"/>
          </p:nvPr>
        </p:nvSpPr>
        <p:spPr>
          <a:xfrm>
            <a:off x="318750" y="227400"/>
            <a:ext cx="8506500" cy="46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Arial"/>
                <a:ea typeface="Arial"/>
                <a:cs typeface="Arial"/>
                <a:sym typeface="Arial"/>
              </a:rPr>
              <a:t>3. L'Investimento a Lungo Termine: Pelle, Energia e Difese Immunitarie</a:t>
            </a:r>
            <a:endParaRPr sz="1500">
              <a:latin typeface="Arial"/>
              <a:ea typeface="Arial"/>
              <a:cs typeface="Arial"/>
              <a:sym typeface="Arial"/>
            </a:endParaRPr>
          </a:p>
          <a:p>
            <a:pPr indent="0" lvl="0" marL="0" rtl="0" algn="l">
              <a:lnSpc>
                <a:spcPct val="115000"/>
              </a:lnSpc>
              <a:spcBef>
                <a:spcPts val="600"/>
              </a:spcBef>
              <a:spcAft>
                <a:spcPts val="0"/>
              </a:spcAft>
              <a:buNone/>
            </a:pPr>
            <a:r>
              <a:rPr b="0" lang="en" sz="1300">
                <a:latin typeface="Arial"/>
                <a:ea typeface="Arial"/>
                <a:cs typeface="Arial"/>
                <a:sym typeface="Arial"/>
              </a:rPr>
              <a:t>Ok, "prevenzione delle malattie croniche" suona come qualcosa di cui si preoccupano i tuoi genitori. Ma i benefici di un'alimentazione sana iniziano </a:t>
            </a:r>
            <a:r>
              <a:rPr b="0" i="1" lang="en" sz="1300">
                <a:latin typeface="Arial"/>
                <a:ea typeface="Arial"/>
                <a:cs typeface="Arial"/>
                <a:sym typeface="Arial"/>
              </a:rPr>
              <a:t>ora</a:t>
            </a:r>
            <a:r>
              <a:rPr b="0" lang="en" sz="1300">
                <a:latin typeface="Arial"/>
                <a:ea typeface="Arial"/>
                <a:cs typeface="Arial"/>
                <a:sym typeface="Arial"/>
              </a:rPr>
              <a:t>, non tra 30 anni.</a:t>
            </a:r>
            <a:endParaRPr b="0" sz="1300">
              <a:latin typeface="Arial"/>
              <a:ea typeface="Arial"/>
              <a:cs typeface="Arial"/>
              <a:sym typeface="Arial"/>
            </a:endParaRPr>
          </a:p>
          <a:p>
            <a:pPr indent="0" lvl="0" marL="0" rtl="0" algn="l">
              <a:lnSpc>
                <a:spcPct val="115000"/>
              </a:lnSpc>
              <a:spcBef>
                <a:spcPts val="1200"/>
              </a:spcBef>
              <a:spcAft>
                <a:spcPts val="0"/>
              </a:spcAft>
              <a:buNone/>
            </a:pPr>
            <a:r>
              <a:rPr b="0" lang="en" sz="1300">
                <a:latin typeface="Arial"/>
                <a:ea typeface="Arial"/>
                <a:cs typeface="Arial"/>
                <a:sym typeface="Arial"/>
              </a:rPr>
              <a:t>Vuoi una pelle più luminosa e meno imperfezioni? Smetti di spendere una fortuna in creme e inizia a "nutrire" la tua pelle dall'interno con vitamine (presenti in frutta e verdura colorate) e acqua.</a:t>
            </a:r>
            <a:endParaRPr b="0" sz="1300">
              <a:latin typeface="Arial"/>
              <a:ea typeface="Arial"/>
              <a:cs typeface="Arial"/>
              <a:sym typeface="Arial"/>
            </a:endParaRPr>
          </a:p>
          <a:p>
            <a:pPr indent="0" lvl="0" marL="0" rtl="0" algn="l">
              <a:lnSpc>
                <a:spcPct val="115000"/>
              </a:lnSpc>
              <a:spcBef>
                <a:spcPts val="1200"/>
              </a:spcBef>
              <a:spcAft>
                <a:spcPts val="0"/>
              </a:spcAft>
              <a:buNone/>
            </a:pPr>
            <a:r>
              <a:rPr b="0" lang="en" sz="1300">
                <a:latin typeface="Arial"/>
                <a:ea typeface="Arial"/>
                <a:cs typeface="Arial"/>
                <a:sym typeface="Arial"/>
              </a:rPr>
              <a:t>Vuoi avere più energia per allenarti o semplicemente per fare le scale senza avere il fiatone? Le proteine aiutano a costruire e riparare i muscoli, e i nutrienti giusti supportano il tuo metabolismo.</a:t>
            </a:r>
            <a:endParaRPr b="0" sz="1300">
              <a:latin typeface="Arial"/>
              <a:ea typeface="Arial"/>
              <a:cs typeface="Arial"/>
              <a:sym typeface="Arial"/>
            </a:endParaRPr>
          </a:p>
          <a:p>
            <a:pPr indent="0" lvl="0" marL="0" rtl="0" algn="l">
              <a:lnSpc>
                <a:spcPct val="115000"/>
              </a:lnSpc>
              <a:spcBef>
                <a:spcPts val="1200"/>
              </a:spcBef>
              <a:spcAft>
                <a:spcPts val="1200"/>
              </a:spcAft>
              <a:buNone/>
            </a:pPr>
            <a:r>
              <a:rPr b="0" lang="en" sz="1300">
                <a:latin typeface="Arial"/>
                <a:ea typeface="Arial"/>
                <a:cs typeface="Arial"/>
                <a:sym typeface="Arial"/>
              </a:rPr>
              <a:t>Sei stufo di ammalarti al primo colpo di vento? Un sistema immunitario forte si costruisce a tavola, con un apporto costante di vitamine e minerali. Meno giorni di malattia significa più tempo per fare ciò che ami. Mangiare bene oggi è l'investimento più intelligente che puoi fare per il tuo "te" futuro, ma i dividendi inizi a incassarli subito.</a:t>
            </a:r>
            <a:endParaRPr sz="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58">
                                            <p:txEl>
                                              <p:pRg end="0" st="0"/>
                                            </p:txEl>
                                          </p:spTgt>
                                        </p:tgtEl>
                                        <p:attrNameLst>
                                          <p:attrName>style.visibility</p:attrName>
                                        </p:attrNameLst>
                                      </p:cBhvr>
                                      <p:to>
                                        <p:strVal val="visible"/>
                                      </p:to>
                                    </p:set>
                                    <p:anim calcmode="lin" valueType="num">
                                      <p:cBhvr additive="base">
                                        <p:cTn dur="2000"/>
                                        <p:tgtEl>
                                          <p:spTgt spid="158">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158">
                                            <p:txEl>
                                              <p:pRg end="1" st="1"/>
                                            </p:txEl>
                                          </p:spTgt>
                                        </p:tgtEl>
                                        <p:attrNameLst>
                                          <p:attrName>style.visibility</p:attrName>
                                        </p:attrNameLst>
                                      </p:cBhvr>
                                      <p:to>
                                        <p:strVal val="visible"/>
                                      </p:to>
                                    </p:set>
                                    <p:anim calcmode="lin" valueType="num">
                                      <p:cBhvr additive="base">
                                        <p:cTn dur="2000"/>
                                        <p:tgtEl>
                                          <p:spTgt spid="158">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4">
                                  <p:stCondLst>
                                    <p:cond delay="0"/>
                                  </p:stCondLst>
                                  <p:childTnLst>
                                    <p:set>
                                      <p:cBhvr>
                                        <p:cTn dur="1" fill="hold">
                                          <p:stCondLst>
                                            <p:cond delay="0"/>
                                          </p:stCondLst>
                                        </p:cTn>
                                        <p:tgtEl>
                                          <p:spTgt spid="158">
                                            <p:txEl>
                                              <p:pRg end="2" st="2"/>
                                            </p:txEl>
                                          </p:spTgt>
                                        </p:tgtEl>
                                        <p:attrNameLst>
                                          <p:attrName>style.visibility</p:attrName>
                                        </p:attrNameLst>
                                      </p:cBhvr>
                                      <p:to>
                                        <p:strVal val="visible"/>
                                      </p:to>
                                    </p:set>
                                    <p:anim calcmode="lin" valueType="num">
                                      <p:cBhvr additive="base">
                                        <p:cTn dur="2000"/>
                                        <p:tgtEl>
                                          <p:spTgt spid="158">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158">
                                            <p:txEl>
                                              <p:pRg end="3" st="3"/>
                                            </p:txEl>
                                          </p:spTgt>
                                        </p:tgtEl>
                                        <p:attrNameLst>
                                          <p:attrName>style.visibility</p:attrName>
                                        </p:attrNameLst>
                                      </p:cBhvr>
                                      <p:to>
                                        <p:strVal val="visible"/>
                                      </p:to>
                                    </p:set>
                                    <p:anim calcmode="lin" valueType="num">
                                      <p:cBhvr additive="base">
                                        <p:cTn dur="2000"/>
                                        <p:tgtEl>
                                          <p:spTgt spid="158">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4">
                                  <p:stCondLst>
                                    <p:cond delay="0"/>
                                  </p:stCondLst>
                                  <p:childTnLst>
                                    <p:set>
                                      <p:cBhvr>
                                        <p:cTn dur="1" fill="hold">
                                          <p:stCondLst>
                                            <p:cond delay="0"/>
                                          </p:stCondLst>
                                        </p:cTn>
                                        <p:tgtEl>
                                          <p:spTgt spid="158">
                                            <p:txEl>
                                              <p:pRg end="4" st="4"/>
                                            </p:txEl>
                                          </p:spTgt>
                                        </p:tgtEl>
                                        <p:attrNameLst>
                                          <p:attrName>style.visibility</p:attrName>
                                        </p:attrNameLst>
                                      </p:cBhvr>
                                      <p:to>
                                        <p:strVal val="visible"/>
                                      </p:to>
                                    </p:set>
                                    <p:anim calcmode="lin" valueType="num">
                                      <p:cBhvr additive="base">
                                        <p:cTn dur="2000"/>
                                        <p:tgtEl>
                                          <p:spTgt spid="158">
                                            <p:txEl>
                                              <p:pRg end="4" st="4"/>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pic>
        <p:nvPicPr>
          <p:cNvPr descr="Screen Shot 2015-11-20 at 9.47.21 AM.png" id="163" name="Google Shape;163;p25"/>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64" name="Google Shape;164;p25"/>
          <p:cNvSpPr txBox="1"/>
          <p:nvPr>
            <p:ph type="title"/>
          </p:nvPr>
        </p:nvSpPr>
        <p:spPr>
          <a:xfrm>
            <a:off x="318750" y="227400"/>
            <a:ext cx="8506500" cy="46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Arial"/>
                <a:ea typeface="Arial"/>
                <a:cs typeface="Arial"/>
                <a:sym typeface="Arial"/>
              </a:rPr>
              <a:t>Ok, mi hai convinto. Da dove inizio?</a:t>
            </a:r>
            <a:endParaRPr sz="1500">
              <a:latin typeface="Arial"/>
              <a:ea typeface="Arial"/>
              <a:cs typeface="Arial"/>
              <a:sym typeface="Arial"/>
            </a:endParaRPr>
          </a:p>
          <a:p>
            <a:pPr indent="0" lvl="0" marL="0" rtl="0" algn="l">
              <a:lnSpc>
                <a:spcPct val="115000"/>
              </a:lnSpc>
              <a:spcBef>
                <a:spcPts val="600"/>
              </a:spcBef>
              <a:spcAft>
                <a:spcPts val="0"/>
              </a:spcAft>
              <a:buNone/>
            </a:pPr>
            <a:r>
              <a:rPr b="0" lang="en" sz="1300">
                <a:latin typeface="Arial"/>
                <a:ea typeface="Arial"/>
                <a:cs typeface="Arial"/>
                <a:sym typeface="Arial"/>
              </a:rPr>
              <a:t>Il segreto è non stravolgere tutto subito. Inizia in piccolo. Ecco 5 ricette a prova di pigro, veloci ed economiche che puoi preparare anche se la tua abilità culinaria si ferma all'acqua per la pasta.</a:t>
            </a:r>
            <a:endParaRPr b="0" sz="1300">
              <a:latin typeface="Arial"/>
              <a:ea typeface="Arial"/>
              <a:cs typeface="Arial"/>
              <a:sym typeface="Arial"/>
            </a:endParaRPr>
          </a:p>
          <a:p>
            <a:pPr indent="0" lvl="0" marL="0" rtl="0" algn="l">
              <a:lnSpc>
                <a:spcPct val="115000"/>
              </a:lnSpc>
              <a:spcBef>
                <a:spcPts val="1200"/>
              </a:spcBef>
              <a:spcAft>
                <a:spcPts val="0"/>
              </a:spcAft>
              <a:buNone/>
            </a:pPr>
            <a:r>
              <a:rPr lang="en" sz="1300">
                <a:latin typeface="Arial"/>
                <a:ea typeface="Arial"/>
                <a:cs typeface="Arial"/>
                <a:sym typeface="Arial"/>
              </a:rPr>
              <a:t>1. Colazione da Campioni: Overnight Oats (Porridge d'avena notturno)</a:t>
            </a:r>
            <a:endParaRPr sz="1300">
              <a:latin typeface="Arial"/>
              <a:ea typeface="Arial"/>
              <a:cs typeface="Arial"/>
              <a:sym typeface="Arial"/>
            </a:endParaRPr>
          </a:p>
          <a:p>
            <a:pPr indent="-311150" lvl="0" marL="457200" rtl="0" algn="l">
              <a:lnSpc>
                <a:spcPct val="115000"/>
              </a:lnSpc>
              <a:spcBef>
                <a:spcPts val="600"/>
              </a:spcBef>
              <a:spcAft>
                <a:spcPts val="0"/>
              </a:spcAft>
              <a:buClr>
                <a:schemeClr val="lt1"/>
              </a:buClr>
              <a:buSzPts val="1300"/>
              <a:buFont typeface="Arial"/>
              <a:buChar char="●"/>
            </a:pPr>
            <a:r>
              <a:rPr lang="en" sz="1300">
                <a:latin typeface="Arial"/>
                <a:ea typeface="Arial"/>
                <a:cs typeface="Arial"/>
                <a:sym typeface="Arial"/>
              </a:rPr>
              <a:t>Perché:</a:t>
            </a:r>
            <a:r>
              <a:rPr b="0" lang="en" sz="1300">
                <a:latin typeface="Arial"/>
                <a:ea typeface="Arial"/>
                <a:cs typeface="Arial"/>
                <a:sym typeface="Arial"/>
              </a:rPr>
              <a:t> Si prepara la sera prima. Zero stress al mattino.</a:t>
            </a:r>
            <a:endParaRPr b="0"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lang="en" sz="1300">
                <a:latin typeface="Arial"/>
                <a:ea typeface="Arial"/>
                <a:cs typeface="Arial"/>
                <a:sym typeface="Arial"/>
              </a:rPr>
              <a:t>Come:</a:t>
            </a:r>
            <a:r>
              <a:rPr b="0" lang="en" sz="1300">
                <a:latin typeface="Arial"/>
                <a:ea typeface="Arial"/>
                <a:cs typeface="Arial"/>
                <a:sym typeface="Arial"/>
              </a:rPr>
              <a:t> In un barattolo, mescola 1/2 tazza di fiocchi d'avena, 1/2 tazza di latte (o bevanda vegetale), 1 cucchiaio di semi di chia (opzionale, ma ottimo!) e un po' di miele o sciroppo d'acero. Aggiungi frutta a pezzetti (banana, frutti di bosco). Chiudi, scuoti e metti in frigo. La mattina è pronto.</a:t>
            </a:r>
            <a:endParaRPr b="0" sz="1300">
              <a:latin typeface="Arial"/>
              <a:ea typeface="Arial"/>
              <a:cs typeface="Arial"/>
              <a:sym typeface="Arial"/>
            </a:endParaRPr>
          </a:p>
          <a:p>
            <a:pPr indent="0" lvl="0" marL="0" rtl="0" algn="l">
              <a:lnSpc>
                <a:spcPct val="115000"/>
              </a:lnSpc>
              <a:spcBef>
                <a:spcPts val="1800"/>
              </a:spcBef>
              <a:spcAft>
                <a:spcPts val="0"/>
              </a:spcAft>
              <a:buNone/>
            </a:pPr>
            <a:r>
              <a:rPr lang="en" sz="1300">
                <a:latin typeface="Arial"/>
                <a:ea typeface="Arial"/>
                <a:cs typeface="Arial"/>
                <a:sym typeface="Arial"/>
              </a:rPr>
              <a:t>2. Pranzo al Volo: "Buddha Bowl" Svuota-Frigo</a:t>
            </a:r>
            <a:endParaRPr sz="1300">
              <a:latin typeface="Arial"/>
              <a:ea typeface="Arial"/>
              <a:cs typeface="Arial"/>
              <a:sym typeface="Arial"/>
            </a:endParaRPr>
          </a:p>
          <a:p>
            <a:pPr indent="-311150" lvl="0" marL="457200" rtl="0" algn="l">
              <a:lnSpc>
                <a:spcPct val="115000"/>
              </a:lnSpc>
              <a:spcBef>
                <a:spcPts val="600"/>
              </a:spcBef>
              <a:spcAft>
                <a:spcPts val="0"/>
              </a:spcAft>
              <a:buClr>
                <a:schemeClr val="lt1"/>
              </a:buClr>
              <a:buSzPts val="1300"/>
              <a:buFont typeface="Arial"/>
              <a:buChar char="●"/>
            </a:pPr>
            <a:r>
              <a:rPr lang="en" sz="1300">
                <a:latin typeface="Arial"/>
                <a:ea typeface="Arial"/>
                <a:cs typeface="Arial"/>
                <a:sym typeface="Arial"/>
              </a:rPr>
              <a:t>Perché:</a:t>
            </a:r>
            <a:r>
              <a:rPr b="0" lang="en" sz="1300">
                <a:latin typeface="Arial"/>
                <a:ea typeface="Arial"/>
                <a:cs typeface="Arial"/>
                <a:sym typeface="Arial"/>
              </a:rPr>
              <a:t> Veloce, personalizzabile e perfetta per finire gli avanzi.</a:t>
            </a:r>
            <a:endParaRPr b="0"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lang="en" sz="1300">
                <a:latin typeface="Arial"/>
                <a:ea typeface="Arial"/>
                <a:cs typeface="Arial"/>
                <a:sym typeface="Arial"/>
              </a:rPr>
              <a:t>Come:</a:t>
            </a:r>
            <a:r>
              <a:rPr b="0" lang="en" sz="1300">
                <a:latin typeface="Arial"/>
                <a:ea typeface="Arial"/>
                <a:cs typeface="Arial"/>
                <a:sym typeface="Arial"/>
              </a:rPr>
              <a:t> Prendi una ciotola. Crea una base di carboidrati (riso integrale, quinoa o farro già cotti). Aggiungi una proteina (tonno in scatola, ceci, uovo sodo, pollo avanzato). Aggiungi verdure (spinacini freschi, pomodorini, carote grattugiate, mais). Condisci con olio, limone e un pizzico di sale.</a:t>
            </a:r>
            <a:endParaRPr sz="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64">
                                            <p:txEl>
                                              <p:pRg end="0" st="0"/>
                                            </p:txEl>
                                          </p:spTgt>
                                        </p:tgtEl>
                                        <p:attrNameLst>
                                          <p:attrName>style.visibility</p:attrName>
                                        </p:attrNameLst>
                                      </p:cBhvr>
                                      <p:to>
                                        <p:strVal val="visible"/>
                                      </p:to>
                                    </p:set>
                                    <p:anim calcmode="lin" valueType="num">
                                      <p:cBhvr additive="base">
                                        <p:cTn dur="2000"/>
                                        <p:tgtEl>
                                          <p:spTgt spid="164">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164">
                                            <p:txEl>
                                              <p:pRg end="1" st="1"/>
                                            </p:txEl>
                                          </p:spTgt>
                                        </p:tgtEl>
                                        <p:attrNameLst>
                                          <p:attrName>style.visibility</p:attrName>
                                        </p:attrNameLst>
                                      </p:cBhvr>
                                      <p:to>
                                        <p:strVal val="visible"/>
                                      </p:to>
                                    </p:set>
                                    <p:anim calcmode="lin" valueType="num">
                                      <p:cBhvr additive="base">
                                        <p:cTn dur="2000"/>
                                        <p:tgtEl>
                                          <p:spTgt spid="164">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4">
                                  <p:stCondLst>
                                    <p:cond delay="0"/>
                                  </p:stCondLst>
                                  <p:childTnLst>
                                    <p:set>
                                      <p:cBhvr>
                                        <p:cTn dur="1" fill="hold">
                                          <p:stCondLst>
                                            <p:cond delay="0"/>
                                          </p:stCondLst>
                                        </p:cTn>
                                        <p:tgtEl>
                                          <p:spTgt spid="164">
                                            <p:txEl>
                                              <p:pRg end="2" st="2"/>
                                            </p:txEl>
                                          </p:spTgt>
                                        </p:tgtEl>
                                        <p:attrNameLst>
                                          <p:attrName>style.visibility</p:attrName>
                                        </p:attrNameLst>
                                      </p:cBhvr>
                                      <p:to>
                                        <p:strVal val="visible"/>
                                      </p:to>
                                    </p:set>
                                    <p:anim calcmode="lin" valueType="num">
                                      <p:cBhvr additive="base">
                                        <p:cTn dur="2000"/>
                                        <p:tgtEl>
                                          <p:spTgt spid="164">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164">
                                            <p:txEl>
                                              <p:pRg end="3" st="3"/>
                                            </p:txEl>
                                          </p:spTgt>
                                        </p:tgtEl>
                                        <p:attrNameLst>
                                          <p:attrName>style.visibility</p:attrName>
                                        </p:attrNameLst>
                                      </p:cBhvr>
                                      <p:to>
                                        <p:strVal val="visible"/>
                                      </p:to>
                                    </p:set>
                                    <p:anim calcmode="lin" valueType="num">
                                      <p:cBhvr additive="base">
                                        <p:cTn dur="2000"/>
                                        <p:tgtEl>
                                          <p:spTgt spid="164">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4">
                                  <p:stCondLst>
                                    <p:cond delay="0"/>
                                  </p:stCondLst>
                                  <p:childTnLst>
                                    <p:set>
                                      <p:cBhvr>
                                        <p:cTn dur="1" fill="hold">
                                          <p:stCondLst>
                                            <p:cond delay="0"/>
                                          </p:stCondLst>
                                        </p:cTn>
                                        <p:tgtEl>
                                          <p:spTgt spid="164">
                                            <p:txEl>
                                              <p:pRg end="4" st="4"/>
                                            </p:txEl>
                                          </p:spTgt>
                                        </p:tgtEl>
                                        <p:attrNameLst>
                                          <p:attrName>style.visibility</p:attrName>
                                        </p:attrNameLst>
                                      </p:cBhvr>
                                      <p:to>
                                        <p:strVal val="visible"/>
                                      </p:to>
                                    </p:set>
                                    <p:anim calcmode="lin" valueType="num">
                                      <p:cBhvr additive="base">
                                        <p:cTn dur="2000"/>
                                        <p:tgtEl>
                                          <p:spTgt spid="164">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4">
                                  <p:stCondLst>
                                    <p:cond delay="0"/>
                                  </p:stCondLst>
                                  <p:childTnLst>
                                    <p:set>
                                      <p:cBhvr>
                                        <p:cTn dur="1" fill="hold">
                                          <p:stCondLst>
                                            <p:cond delay="0"/>
                                          </p:stCondLst>
                                        </p:cTn>
                                        <p:tgtEl>
                                          <p:spTgt spid="164">
                                            <p:txEl>
                                              <p:pRg end="5" st="5"/>
                                            </p:txEl>
                                          </p:spTgt>
                                        </p:tgtEl>
                                        <p:attrNameLst>
                                          <p:attrName>style.visibility</p:attrName>
                                        </p:attrNameLst>
                                      </p:cBhvr>
                                      <p:to>
                                        <p:strVal val="visible"/>
                                      </p:to>
                                    </p:set>
                                    <p:anim calcmode="lin" valueType="num">
                                      <p:cBhvr additive="base">
                                        <p:cTn dur="2000"/>
                                        <p:tgtEl>
                                          <p:spTgt spid="164">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2000"/>
                            </p:stCondLst>
                            <p:childTnLst>
                              <p:par>
                                <p:cTn fill="hold" nodeType="afterEffect" presetClass="entr" presetID="2" presetSubtype="4">
                                  <p:stCondLst>
                                    <p:cond delay="0"/>
                                  </p:stCondLst>
                                  <p:childTnLst>
                                    <p:set>
                                      <p:cBhvr>
                                        <p:cTn dur="1" fill="hold">
                                          <p:stCondLst>
                                            <p:cond delay="0"/>
                                          </p:stCondLst>
                                        </p:cTn>
                                        <p:tgtEl>
                                          <p:spTgt spid="164">
                                            <p:txEl>
                                              <p:pRg end="6" st="6"/>
                                            </p:txEl>
                                          </p:spTgt>
                                        </p:tgtEl>
                                        <p:attrNameLst>
                                          <p:attrName>style.visibility</p:attrName>
                                        </p:attrNameLst>
                                      </p:cBhvr>
                                      <p:to>
                                        <p:strVal val="visible"/>
                                      </p:to>
                                    </p:set>
                                    <p:anim calcmode="lin" valueType="num">
                                      <p:cBhvr additive="base">
                                        <p:cTn dur="2000"/>
                                        <p:tgtEl>
                                          <p:spTgt spid="164">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4000"/>
                            </p:stCondLst>
                            <p:childTnLst>
                              <p:par>
                                <p:cTn fill="hold" nodeType="afterEffect" presetClass="entr" presetID="2" presetSubtype="4">
                                  <p:stCondLst>
                                    <p:cond delay="0"/>
                                  </p:stCondLst>
                                  <p:childTnLst>
                                    <p:set>
                                      <p:cBhvr>
                                        <p:cTn dur="1" fill="hold">
                                          <p:stCondLst>
                                            <p:cond delay="0"/>
                                          </p:stCondLst>
                                        </p:cTn>
                                        <p:tgtEl>
                                          <p:spTgt spid="164">
                                            <p:txEl>
                                              <p:pRg end="7" st="7"/>
                                            </p:txEl>
                                          </p:spTgt>
                                        </p:tgtEl>
                                        <p:attrNameLst>
                                          <p:attrName>style.visibility</p:attrName>
                                        </p:attrNameLst>
                                      </p:cBhvr>
                                      <p:to>
                                        <p:strVal val="visible"/>
                                      </p:to>
                                    </p:set>
                                    <p:anim calcmode="lin" valueType="num">
                                      <p:cBhvr additive="base">
                                        <p:cTn dur="2000"/>
                                        <p:tgtEl>
                                          <p:spTgt spid="164">
                                            <p:txEl>
                                              <p:pRg end="7" st="7"/>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pic>
        <p:nvPicPr>
          <p:cNvPr descr="Screen Shot 2015-11-20 at 9.47.21 AM.png" id="169" name="Google Shape;169;p26"/>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70" name="Google Shape;170;p26"/>
          <p:cNvSpPr txBox="1"/>
          <p:nvPr>
            <p:ph type="title"/>
          </p:nvPr>
        </p:nvSpPr>
        <p:spPr>
          <a:xfrm>
            <a:off x="318750" y="227400"/>
            <a:ext cx="8506500" cy="46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Arial"/>
                <a:ea typeface="Arial"/>
                <a:cs typeface="Arial"/>
                <a:sym typeface="Arial"/>
              </a:rPr>
              <a:t>Ok, mi hai convinto. Da dove inizio?</a:t>
            </a:r>
            <a:endParaRPr b="0" sz="1300">
              <a:latin typeface="Arial"/>
              <a:ea typeface="Arial"/>
              <a:cs typeface="Arial"/>
              <a:sym typeface="Arial"/>
            </a:endParaRPr>
          </a:p>
          <a:p>
            <a:pPr indent="0" lvl="0" marL="0" rtl="0" algn="l">
              <a:lnSpc>
                <a:spcPct val="115000"/>
              </a:lnSpc>
              <a:spcBef>
                <a:spcPts val="600"/>
              </a:spcBef>
              <a:spcAft>
                <a:spcPts val="0"/>
              </a:spcAft>
              <a:buClr>
                <a:schemeClr val="dk2"/>
              </a:buClr>
              <a:buSzPts val="1100"/>
              <a:buFont typeface="Arial"/>
              <a:buNone/>
            </a:pPr>
            <a:r>
              <a:rPr lang="en" sz="1300">
                <a:latin typeface="Arial"/>
                <a:ea typeface="Arial"/>
                <a:cs typeface="Arial"/>
                <a:sym typeface="Arial"/>
              </a:rPr>
              <a:t>3. Cena Veloce: Frittata (o Omelette) con Verdure</a:t>
            </a:r>
            <a:endParaRPr sz="1300">
              <a:latin typeface="Arial"/>
              <a:ea typeface="Arial"/>
              <a:cs typeface="Arial"/>
              <a:sym typeface="Arial"/>
            </a:endParaRPr>
          </a:p>
          <a:p>
            <a:pPr indent="-311150" lvl="0" marL="457200" rtl="0" algn="l">
              <a:lnSpc>
                <a:spcPct val="115000"/>
              </a:lnSpc>
              <a:spcBef>
                <a:spcPts val="600"/>
              </a:spcBef>
              <a:spcAft>
                <a:spcPts val="0"/>
              </a:spcAft>
              <a:buClr>
                <a:schemeClr val="lt1"/>
              </a:buClr>
              <a:buSzPts val="1300"/>
              <a:buFont typeface="Arial"/>
              <a:buChar char="●"/>
            </a:pPr>
            <a:r>
              <a:rPr lang="en" sz="1300">
                <a:latin typeface="Arial"/>
                <a:ea typeface="Arial"/>
                <a:cs typeface="Arial"/>
                <a:sym typeface="Arial"/>
              </a:rPr>
              <a:t>Perché:</a:t>
            </a:r>
            <a:r>
              <a:rPr b="0" lang="en" sz="1300">
                <a:latin typeface="Arial"/>
                <a:ea typeface="Arial"/>
                <a:cs typeface="Arial"/>
                <a:sym typeface="Arial"/>
              </a:rPr>
              <a:t> Le uova sono economiche, sazianti e velocissime da cuocere.</a:t>
            </a:r>
            <a:endParaRPr b="0"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lang="en" sz="1300">
                <a:latin typeface="Arial"/>
                <a:ea typeface="Arial"/>
                <a:cs typeface="Arial"/>
                <a:sym typeface="Arial"/>
              </a:rPr>
              <a:t>Come:</a:t>
            </a:r>
            <a:r>
              <a:rPr b="0" lang="en" sz="1300">
                <a:latin typeface="Arial"/>
                <a:ea typeface="Arial"/>
                <a:cs typeface="Arial"/>
                <a:sym typeface="Arial"/>
              </a:rPr>
              <a:t> Sbatti 2-3 uova. In una padella antiaderente, scalda un filo d'olio e salta le verdure che hai (spinaci, zucchine, peperoni, cipolle... anche surgelate!). Versa le uova, aggiungi un po' di formaggio se ti piace, e cuoci finché non è rappresa.</a:t>
            </a:r>
            <a:endParaRPr sz="1500">
              <a:latin typeface="Arial"/>
              <a:ea typeface="Arial"/>
              <a:cs typeface="Arial"/>
              <a:sym typeface="Arial"/>
            </a:endParaRPr>
          </a:p>
          <a:p>
            <a:pPr indent="0" lvl="0" marL="0" rtl="0" algn="l">
              <a:lnSpc>
                <a:spcPct val="115000"/>
              </a:lnSpc>
              <a:spcBef>
                <a:spcPts val="1800"/>
              </a:spcBef>
              <a:spcAft>
                <a:spcPts val="0"/>
              </a:spcAft>
              <a:buNone/>
            </a:pPr>
            <a:r>
              <a:rPr lang="en" sz="1300">
                <a:latin typeface="Arial"/>
                <a:ea typeface="Arial"/>
                <a:cs typeface="Arial"/>
                <a:sym typeface="Arial"/>
              </a:rPr>
              <a:t>4. Snack Spezza-Fame: Hummus e Verdure</a:t>
            </a:r>
            <a:endParaRPr sz="1300">
              <a:latin typeface="Arial"/>
              <a:ea typeface="Arial"/>
              <a:cs typeface="Arial"/>
              <a:sym typeface="Arial"/>
            </a:endParaRPr>
          </a:p>
          <a:p>
            <a:pPr indent="-311150" lvl="0" marL="457200" rtl="0" algn="l">
              <a:lnSpc>
                <a:spcPct val="115000"/>
              </a:lnSpc>
              <a:spcBef>
                <a:spcPts val="600"/>
              </a:spcBef>
              <a:spcAft>
                <a:spcPts val="0"/>
              </a:spcAft>
              <a:buClr>
                <a:schemeClr val="lt1"/>
              </a:buClr>
              <a:buSzPts val="1300"/>
              <a:buFont typeface="Arial"/>
              <a:buChar char="●"/>
            </a:pPr>
            <a:r>
              <a:rPr lang="en" sz="1300">
                <a:latin typeface="Arial"/>
                <a:ea typeface="Arial"/>
                <a:cs typeface="Arial"/>
                <a:sym typeface="Arial"/>
              </a:rPr>
              <a:t>Perché:</a:t>
            </a:r>
            <a:r>
              <a:rPr b="0" lang="en" sz="1300">
                <a:latin typeface="Arial"/>
                <a:ea typeface="Arial"/>
                <a:cs typeface="Arial"/>
                <a:sym typeface="Arial"/>
              </a:rPr>
              <a:t> Molto meglio di un pacchetto di patatine.</a:t>
            </a:r>
            <a:endParaRPr b="0"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lang="en" sz="1300">
                <a:latin typeface="Arial"/>
                <a:ea typeface="Arial"/>
                <a:cs typeface="Arial"/>
                <a:sym typeface="Arial"/>
              </a:rPr>
              <a:t>Come:</a:t>
            </a:r>
            <a:r>
              <a:rPr b="0" lang="en" sz="1300">
                <a:latin typeface="Arial"/>
                <a:ea typeface="Arial"/>
                <a:cs typeface="Arial"/>
                <a:sym typeface="Arial"/>
              </a:rPr>
              <a:t> Compra una vaschetta di hummus (o frulla ceci in scatola, olio, limone e un po' d'aglio). Taglia a bastoncini quello che hai: carote, cetrioli, sedano, peperoni. Intingi e goditi una pausa croccante.</a:t>
            </a:r>
            <a:endParaRPr b="0" sz="1300">
              <a:latin typeface="Arial"/>
              <a:ea typeface="Arial"/>
              <a:cs typeface="Arial"/>
              <a:sym typeface="Arial"/>
            </a:endParaRPr>
          </a:p>
          <a:p>
            <a:pPr indent="0" lvl="0" marL="0" rtl="0" algn="l">
              <a:lnSpc>
                <a:spcPct val="115000"/>
              </a:lnSpc>
              <a:spcBef>
                <a:spcPts val="1800"/>
              </a:spcBef>
              <a:spcAft>
                <a:spcPts val="0"/>
              </a:spcAft>
              <a:buNone/>
            </a:pPr>
            <a:r>
              <a:rPr lang="en" sz="1300">
                <a:latin typeface="Arial"/>
                <a:ea typeface="Arial"/>
                <a:cs typeface="Arial"/>
                <a:sym typeface="Arial"/>
              </a:rPr>
              <a:t>5. Salva-Cena (15 Minuti): Salmone (o Tofu) e Asparagi al Forno</a:t>
            </a:r>
            <a:endParaRPr sz="1300">
              <a:latin typeface="Arial"/>
              <a:ea typeface="Arial"/>
              <a:cs typeface="Arial"/>
              <a:sym typeface="Arial"/>
            </a:endParaRPr>
          </a:p>
          <a:p>
            <a:pPr indent="-311150" lvl="0" marL="457200" rtl="0" algn="l">
              <a:lnSpc>
                <a:spcPct val="115000"/>
              </a:lnSpc>
              <a:spcBef>
                <a:spcPts val="600"/>
              </a:spcBef>
              <a:spcAft>
                <a:spcPts val="0"/>
              </a:spcAft>
              <a:buClr>
                <a:schemeClr val="lt1"/>
              </a:buClr>
              <a:buSzPts val="1300"/>
              <a:buFont typeface="Arial"/>
              <a:buChar char="●"/>
            </a:pPr>
            <a:r>
              <a:rPr lang="en" sz="1300">
                <a:latin typeface="Arial"/>
                <a:ea typeface="Arial"/>
                <a:cs typeface="Arial"/>
                <a:sym typeface="Arial"/>
              </a:rPr>
              <a:t>Perché:</a:t>
            </a:r>
            <a:r>
              <a:rPr b="0" lang="en" sz="1300">
                <a:latin typeface="Arial"/>
                <a:ea typeface="Arial"/>
                <a:cs typeface="Arial"/>
                <a:sym typeface="Arial"/>
              </a:rPr>
              <a:t> Sembra un piatto da ristorante, ma sporchi solo una teglia.</a:t>
            </a:r>
            <a:endParaRPr b="0" sz="1300">
              <a:latin typeface="Arial"/>
              <a:ea typeface="Arial"/>
              <a:cs typeface="Arial"/>
              <a:sym typeface="Arial"/>
            </a:endParaRPr>
          </a:p>
          <a:p>
            <a:pPr indent="-311150" lvl="0" marL="457200" rtl="0" algn="l">
              <a:lnSpc>
                <a:spcPct val="115000"/>
              </a:lnSpc>
              <a:spcBef>
                <a:spcPts val="0"/>
              </a:spcBef>
              <a:spcAft>
                <a:spcPts val="0"/>
              </a:spcAft>
              <a:buClr>
                <a:schemeClr val="lt1"/>
              </a:buClr>
              <a:buSzPts val="1300"/>
              <a:buFont typeface="Arial"/>
              <a:buChar char="●"/>
            </a:pPr>
            <a:r>
              <a:rPr lang="en" sz="1300">
                <a:latin typeface="Arial"/>
                <a:ea typeface="Arial"/>
                <a:cs typeface="Arial"/>
                <a:sym typeface="Arial"/>
              </a:rPr>
              <a:t>Come:</a:t>
            </a:r>
            <a:r>
              <a:rPr b="0" lang="en" sz="1300">
                <a:latin typeface="Arial"/>
                <a:ea typeface="Arial"/>
                <a:cs typeface="Arial"/>
                <a:sym typeface="Arial"/>
              </a:rPr>
              <a:t> Prendi una teglia da forno. Metti un filetto di salmone (o un panetto di tofu a fette) e un mazzo di asparagi (o broccoli, o pomodorini). Condisci tutto con olio, sale, pepe e aglio in polvere. Inforna a 200°C per 12-15 minuti. Fatto.</a:t>
            </a:r>
            <a:endParaRPr sz="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70">
                                            <p:txEl>
                                              <p:pRg end="0" st="0"/>
                                            </p:txEl>
                                          </p:spTgt>
                                        </p:tgtEl>
                                        <p:attrNameLst>
                                          <p:attrName>style.visibility</p:attrName>
                                        </p:attrNameLst>
                                      </p:cBhvr>
                                      <p:to>
                                        <p:strVal val="visible"/>
                                      </p:to>
                                    </p:set>
                                    <p:anim calcmode="lin" valueType="num">
                                      <p:cBhvr additive="base">
                                        <p:cTn dur="2000"/>
                                        <p:tgtEl>
                                          <p:spTgt spid="170">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170">
                                            <p:txEl>
                                              <p:pRg end="1" st="1"/>
                                            </p:txEl>
                                          </p:spTgt>
                                        </p:tgtEl>
                                        <p:attrNameLst>
                                          <p:attrName>style.visibility</p:attrName>
                                        </p:attrNameLst>
                                      </p:cBhvr>
                                      <p:to>
                                        <p:strVal val="visible"/>
                                      </p:to>
                                    </p:set>
                                    <p:anim calcmode="lin" valueType="num">
                                      <p:cBhvr additive="base">
                                        <p:cTn dur="2000"/>
                                        <p:tgtEl>
                                          <p:spTgt spid="170">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4">
                                  <p:stCondLst>
                                    <p:cond delay="0"/>
                                  </p:stCondLst>
                                  <p:childTnLst>
                                    <p:set>
                                      <p:cBhvr>
                                        <p:cTn dur="1" fill="hold">
                                          <p:stCondLst>
                                            <p:cond delay="0"/>
                                          </p:stCondLst>
                                        </p:cTn>
                                        <p:tgtEl>
                                          <p:spTgt spid="170">
                                            <p:txEl>
                                              <p:pRg end="2" st="2"/>
                                            </p:txEl>
                                          </p:spTgt>
                                        </p:tgtEl>
                                        <p:attrNameLst>
                                          <p:attrName>style.visibility</p:attrName>
                                        </p:attrNameLst>
                                      </p:cBhvr>
                                      <p:to>
                                        <p:strVal val="visible"/>
                                      </p:to>
                                    </p:set>
                                    <p:anim calcmode="lin" valueType="num">
                                      <p:cBhvr additive="base">
                                        <p:cTn dur="2000"/>
                                        <p:tgtEl>
                                          <p:spTgt spid="170">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170">
                                            <p:txEl>
                                              <p:pRg end="3" st="3"/>
                                            </p:txEl>
                                          </p:spTgt>
                                        </p:tgtEl>
                                        <p:attrNameLst>
                                          <p:attrName>style.visibility</p:attrName>
                                        </p:attrNameLst>
                                      </p:cBhvr>
                                      <p:to>
                                        <p:strVal val="visible"/>
                                      </p:to>
                                    </p:set>
                                    <p:anim calcmode="lin" valueType="num">
                                      <p:cBhvr additive="base">
                                        <p:cTn dur="2000"/>
                                        <p:tgtEl>
                                          <p:spTgt spid="170">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4">
                                  <p:stCondLst>
                                    <p:cond delay="0"/>
                                  </p:stCondLst>
                                  <p:childTnLst>
                                    <p:set>
                                      <p:cBhvr>
                                        <p:cTn dur="1" fill="hold">
                                          <p:stCondLst>
                                            <p:cond delay="0"/>
                                          </p:stCondLst>
                                        </p:cTn>
                                        <p:tgtEl>
                                          <p:spTgt spid="170">
                                            <p:txEl>
                                              <p:pRg end="4" st="4"/>
                                            </p:txEl>
                                          </p:spTgt>
                                        </p:tgtEl>
                                        <p:attrNameLst>
                                          <p:attrName>style.visibility</p:attrName>
                                        </p:attrNameLst>
                                      </p:cBhvr>
                                      <p:to>
                                        <p:strVal val="visible"/>
                                      </p:to>
                                    </p:set>
                                    <p:anim calcmode="lin" valueType="num">
                                      <p:cBhvr additive="base">
                                        <p:cTn dur="2000"/>
                                        <p:tgtEl>
                                          <p:spTgt spid="170">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4">
                                  <p:stCondLst>
                                    <p:cond delay="0"/>
                                  </p:stCondLst>
                                  <p:childTnLst>
                                    <p:set>
                                      <p:cBhvr>
                                        <p:cTn dur="1" fill="hold">
                                          <p:stCondLst>
                                            <p:cond delay="0"/>
                                          </p:stCondLst>
                                        </p:cTn>
                                        <p:tgtEl>
                                          <p:spTgt spid="170">
                                            <p:txEl>
                                              <p:pRg end="5" st="5"/>
                                            </p:txEl>
                                          </p:spTgt>
                                        </p:tgtEl>
                                        <p:attrNameLst>
                                          <p:attrName>style.visibility</p:attrName>
                                        </p:attrNameLst>
                                      </p:cBhvr>
                                      <p:to>
                                        <p:strVal val="visible"/>
                                      </p:to>
                                    </p:set>
                                    <p:anim calcmode="lin" valueType="num">
                                      <p:cBhvr additive="base">
                                        <p:cTn dur="2000"/>
                                        <p:tgtEl>
                                          <p:spTgt spid="170">
                                            <p:txEl>
                                              <p:pRg end="5" st="5"/>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2000"/>
                            </p:stCondLst>
                            <p:childTnLst>
                              <p:par>
                                <p:cTn fill="hold" nodeType="afterEffect" presetClass="entr" presetID="2" presetSubtype="4">
                                  <p:stCondLst>
                                    <p:cond delay="0"/>
                                  </p:stCondLst>
                                  <p:childTnLst>
                                    <p:set>
                                      <p:cBhvr>
                                        <p:cTn dur="1" fill="hold">
                                          <p:stCondLst>
                                            <p:cond delay="0"/>
                                          </p:stCondLst>
                                        </p:cTn>
                                        <p:tgtEl>
                                          <p:spTgt spid="170">
                                            <p:txEl>
                                              <p:pRg end="6" st="6"/>
                                            </p:txEl>
                                          </p:spTgt>
                                        </p:tgtEl>
                                        <p:attrNameLst>
                                          <p:attrName>style.visibility</p:attrName>
                                        </p:attrNameLst>
                                      </p:cBhvr>
                                      <p:to>
                                        <p:strVal val="visible"/>
                                      </p:to>
                                    </p:set>
                                    <p:anim calcmode="lin" valueType="num">
                                      <p:cBhvr additive="base">
                                        <p:cTn dur="2000"/>
                                        <p:tgtEl>
                                          <p:spTgt spid="170">
                                            <p:txEl>
                                              <p:pRg end="6" st="6"/>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4000"/>
                            </p:stCondLst>
                            <p:childTnLst>
                              <p:par>
                                <p:cTn fill="hold" nodeType="afterEffect" presetClass="entr" presetID="2" presetSubtype="4">
                                  <p:stCondLst>
                                    <p:cond delay="0"/>
                                  </p:stCondLst>
                                  <p:childTnLst>
                                    <p:set>
                                      <p:cBhvr>
                                        <p:cTn dur="1" fill="hold">
                                          <p:stCondLst>
                                            <p:cond delay="0"/>
                                          </p:stCondLst>
                                        </p:cTn>
                                        <p:tgtEl>
                                          <p:spTgt spid="170">
                                            <p:txEl>
                                              <p:pRg end="7" st="7"/>
                                            </p:txEl>
                                          </p:spTgt>
                                        </p:tgtEl>
                                        <p:attrNameLst>
                                          <p:attrName>style.visibility</p:attrName>
                                        </p:attrNameLst>
                                      </p:cBhvr>
                                      <p:to>
                                        <p:strVal val="visible"/>
                                      </p:to>
                                    </p:set>
                                    <p:anim calcmode="lin" valueType="num">
                                      <p:cBhvr additive="base">
                                        <p:cTn dur="2000"/>
                                        <p:tgtEl>
                                          <p:spTgt spid="170">
                                            <p:txEl>
                                              <p:pRg end="7" st="7"/>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6000"/>
                            </p:stCondLst>
                            <p:childTnLst>
                              <p:par>
                                <p:cTn fill="hold" nodeType="afterEffect" presetClass="entr" presetID="2" presetSubtype="4">
                                  <p:stCondLst>
                                    <p:cond delay="0"/>
                                  </p:stCondLst>
                                  <p:childTnLst>
                                    <p:set>
                                      <p:cBhvr>
                                        <p:cTn dur="1" fill="hold">
                                          <p:stCondLst>
                                            <p:cond delay="0"/>
                                          </p:stCondLst>
                                        </p:cTn>
                                        <p:tgtEl>
                                          <p:spTgt spid="170">
                                            <p:txEl>
                                              <p:pRg end="8" st="8"/>
                                            </p:txEl>
                                          </p:spTgt>
                                        </p:tgtEl>
                                        <p:attrNameLst>
                                          <p:attrName>style.visibility</p:attrName>
                                        </p:attrNameLst>
                                      </p:cBhvr>
                                      <p:to>
                                        <p:strVal val="visible"/>
                                      </p:to>
                                    </p:set>
                                    <p:anim calcmode="lin" valueType="num">
                                      <p:cBhvr additive="base">
                                        <p:cTn dur="2000"/>
                                        <p:tgtEl>
                                          <p:spTgt spid="170">
                                            <p:txEl>
                                              <p:pRg end="8" st="8"/>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8000"/>
                            </p:stCondLst>
                            <p:childTnLst>
                              <p:par>
                                <p:cTn fill="hold" nodeType="afterEffect" presetClass="entr" presetID="2" presetSubtype="4">
                                  <p:stCondLst>
                                    <p:cond delay="0"/>
                                  </p:stCondLst>
                                  <p:childTnLst>
                                    <p:set>
                                      <p:cBhvr>
                                        <p:cTn dur="1" fill="hold">
                                          <p:stCondLst>
                                            <p:cond delay="0"/>
                                          </p:stCondLst>
                                        </p:cTn>
                                        <p:tgtEl>
                                          <p:spTgt spid="170">
                                            <p:txEl>
                                              <p:pRg end="9" st="9"/>
                                            </p:txEl>
                                          </p:spTgt>
                                        </p:tgtEl>
                                        <p:attrNameLst>
                                          <p:attrName>style.visibility</p:attrName>
                                        </p:attrNameLst>
                                      </p:cBhvr>
                                      <p:to>
                                        <p:strVal val="visible"/>
                                      </p:to>
                                    </p:set>
                                    <p:anim calcmode="lin" valueType="num">
                                      <p:cBhvr additive="base">
                                        <p:cTn dur="2000"/>
                                        <p:tgtEl>
                                          <p:spTgt spid="170">
                                            <p:txEl>
                                              <p:pRg end="9" st="9"/>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pic>
        <p:nvPicPr>
          <p:cNvPr descr="Screen Shot 2015-11-20 at 9.47.21 AM.png" id="175" name="Google Shape;175;p27"/>
          <p:cNvPicPr preferRelativeResize="0"/>
          <p:nvPr/>
        </p:nvPicPr>
        <p:blipFill rotWithShape="1">
          <a:blip r:embed="rId3">
            <a:alphaModFix/>
          </a:blip>
          <a:srcRect b="0" l="4413" r="4404" t="0"/>
          <a:stretch/>
        </p:blipFill>
        <p:spPr>
          <a:xfrm>
            <a:off x="0" y="0"/>
            <a:ext cx="9144000" cy="5143504"/>
          </a:xfrm>
          <a:prstGeom prst="rect">
            <a:avLst/>
          </a:prstGeom>
          <a:noFill/>
          <a:ln>
            <a:noFill/>
          </a:ln>
        </p:spPr>
      </p:pic>
      <p:sp>
        <p:nvSpPr>
          <p:cNvPr id="176" name="Google Shape;176;p27"/>
          <p:cNvSpPr txBox="1"/>
          <p:nvPr>
            <p:ph type="title"/>
          </p:nvPr>
        </p:nvSpPr>
        <p:spPr>
          <a:xfrm>
            <a:off x="318750" y="227400"/>
            <a:ext cx="8506500" cy="46887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latin typeface="Arial"/>
                <a:ea typeface="Arial"/>
                <a:cs typeface="Arial"/>
                <a:sym typeface="Arial"/>
              </a:rPr>
              <a:t>Il tuo turno: Inizia da un pasto</a:t>
            </a:r>
            <a:endParaRPr sz="1500">
              <a:latin typeface="Arial"/>
              <a:ea typeface="Arial"/>
              <a:cs typeface="Arial"/>
              <a:sym typeface="Arial"/>
            </a:endParaRPr>
          </a:p>
          <a:p>
            <a:pPr indent="0" lvl="0" marL="0" rtl="0" algn="l">
              <a:lnSpc>
                <a:spcPct val="115000"/>
              </a:lnSpc>
              <a:spcBef>
                <a:spcPts val="600"/>
              </a:spcBef>
              <a:spcAft>
                <a:spcPts val="0"/>
              </a:spcAft>
              <a:buNone/>
            </a:pPr>
            <a:r>
              <a:rPr b="0" lang="en" sz="1300">
                <a:latin typeface="Arial"/>
                <a:ea typeface="Arial"/>
                <a:cs typeface="Arial"/>
                <a:sym typeface="Arial"/>
              </a:rPr>
              <a:t>Vedi? Non devi diventare uno chef stellato o rinunciare alla pizza con gli amici. L'alimentazione sana, per un giovane adulto, è fatta di equilibrio, non di perfezione. Si tratta di fare scelte intelligenti l'80% del tempo, per poterti godere senza sensi di colpa il restante 20%.</a:t>
            </a:r>
            <a:endParaRPr b="0" sz="1300">
              <a:latin typeface="Arial"/>
              <a:ea typeface="Arial"/>
              <a:cs typeface="Arial"/>
              <a:sym typeface="Arial"/>
            </a:endParaRPr>
          </a:p>
          <a:p>
            <a:pPr indent="0" lvl="0" marL="0" rtl="0" algn="l">
              <a:lnSpc>
                <a:spcPct val="115000"/>
              </a:lnSpc>
              <a:spcBef>
                <a:spcPts val="1200"/>
              </a:spcBef>
              <a:spcAft>
                <a:spcPts val="0"/>
              </a:spcAft>
              <a:buNone/>
            </a:pPr>
            <a:r>
              <a:rPr b="0" lang="en" sz="1300">
                <a:latin typeface="Arial"/>
                <a:ea typeface="Arial"/>
                <a:cs typeface="Arial"/>
                <a:sym typeface="Arial"/>
              </a:rPr>
              <a:t>Non cercare di cambiare tutto in una volta. Scegli una, solo una, di queste ricette e prova a prepararla questa settimana. Magari inizia dagli "overnight oats" per non saltare più la colazione.</a:t>
            </a:r>
            <a:endParaRPr b="0" sz="1300">
              <a:latin typeface="Arial"/>
              <a:ea typeface="Arial"/>
              <a:cs typeface="Arial"/>
              <a:sym typeface="Arial"/>
            </a:endParaRPr>
          </a:p>
          <a:p>
            <a:pPr indent="0" lvl="0" marL="0" rtl="0" algn="l">
              <a:lnSpc>
                <a:spcPct val="115000"/>
              </a:lnSpc>
              <a:spcBef>
                <a:spcPts val="1200"/>
              </a:spcBef>
              <a:spcAft>
                <a:spcPts val="0"/>
              </a:spcAft>
              <a:buNone/>
            </a:pPr>
            <a:r>
              <a:rPr b="0" lang="en" sz="1300">
                <a:latin typeface="Arial"/>
                <a:ea typeface="Arial"/>
                <a:cs typeface="Arial"/>
                <a:sym typeface="Arial"/>
              </a:rPr>
              <a:t>Hai il potere di sentirti incredibilmente bene, pieno di energia e lucido. Il cibo è il tuo strumento. Usalo.</a:t>
            </a:r>
            <a:endParaRPr b="0" sz="1300">
              <a:latin typeface="Arial"/>
              <a:ea typeface="Arial"/>
              <a:cs typeface="Arial"/>
              <a:sym typeface="Arial"/>
            </a:endParaRPr>
          </a:p>
          <a:p>
            <a:pPr indent="0" lvl="0" marL="0" rtl="0" algn="l">
              <a:lnSpc>
                <a:spcPct val="115000"/>
              </a:lnSpc>
              <a:spcBef>
                <a:spcPts val="1200"/>
              </a:spcBef>
              <a:spcAft>
                <a:spcPts val="0"/>
              </a:spcAft>
              <a:buNone/>
            </a:pPr>
            <a:r>
              <a:rPr b="0" lang="en" sz="1300">
                <a:latin typeface="Arial"/>
                <a:ea typeface="Arial"/>
                <a:cs typeface="Arial"/>
                <a:sym typeface="Arial"/>
              </a:rPr>
              <a:t>Cosa ne pensi? Quale di queste ricette proverai per prima? Fammelo sapere nei commenti!</a:t>
            </a:r>
            <a:endParaRPr b="0" sz="1300">
              <a:latin typeface="Arial"/>
              <a:ea typeface="Arial"/>
              <a:cs typeface="Arial"/>
              <a:sym typeface="Arial"/>
            </a:endParaRPr>
          </a:p>
          <a:p>
            <a:pPr indent="0" lvl="0" marL="0" rtl="0" algn="l">
              <a:spcBef>
                <a:spcPts val="1200"/>
              </a:spcBef>
              <a:spcAft>
                <a:spcPts val="0"/>
              </a:spcAft>
              <a:buNone/>
            </a:pPr>
            <a:r>
              <a:t/>
            </a:r>
            <a:endParaRPr sz="5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2" presetSubtype="4">
                                  <p:stCondLst>
                                    <p:cond delay="0"/>
                                  </p:stCondLst>
                                  <p:childTnLst>
                                    <p:set>
                                      <p:cBhvr>
                                        <p:cTn dur="1" fill="hold">
                                          <p:stCondLst>
                                            <p:cond delay="0"/>
                                          </p:stCondLst>
                                        </p:cTn>
                                        <p:tgtEl>
                                          <p:spTgt spid="176">
                                            <p:txEl>
                                              <p:pRg end="0" st="0"/>
                                            </p:txEl>
                                          </p:spTgt>
                                        </p:tgtEl>
                                        <p:attrNameLst>
                                          <p:attrName>style.visibility</p:attrName>
                                        </p:attrNameLst>
                                      </p:cBhvr>
                                      <p:to>
                                        <p:strVal val="visible"/>
                                      </p:to>
                                    </p:set>
                                    <p:anim calcmode="lin" valueType="num">
                                      <p:cBhvr additive="base">
                                        <p:cTn dur="2000"/>
                                        <p:tgtEl>
                                          <p:spTgt spid="176">
                                            <p:txEl>
                                              <p:pRg end="0" st="0"/>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2000"/>
                            </p:stCondLst>
                            <p:childTnLst>
                              <p:par>
                                <p:cTn fill="hold" nodeType="afterEffect" presetClass="entr" presetID="2" presetSubtype="4">
                                  <p:stCondLst>
                                    <p:cond delay="0"/>
                                  </p:stCondLst>
                                  <p:childTnLst>
                                    <p:set>
                                      <p:cBhvr>
                                        <p:cTn dur="1" fill="hold">
                                          <p:stCondLst>
                                            <p:cond delay="0"/>
                                          </p:stCondLst>
                                        </p:cTn>
                                        <p:tgtEl>
                                          <p:spTgt spid="176">
                                            <p:txEl>
                                              <p:pRg end="1" st="1"/>
                                            </p:txEl>
                                          </p:spTgt>
                                        </p:tgtEl>
                                        <p:attrNameLst>
                                          <p:attrName>style.visibility</p:attrName>
                                        </p:attrNameLst>
                                      </p:cBhvr>
                                      <p:to>
                                        <p:strVal val="visible"/>
                                      </p:to>
                                    </p:set>
                                    <p:anim calcmode="lin" valueType="num">
                                      <p:cBhvr additive="base">
                                        <p:cTn dur="2000"/>
                                        <p:tgtEl>
                                          <p:spTgt spid="176">
                                            <p:txEl>
                                              <p:pRg end="1" st="1"/>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4000"/>
                            </p:stCondLst>
                            <p:childTnLst>
                              <p:par>
                                <p:cTn fill="hold" nodeType="afterEffect" presetClass="entr" presetID="2" presetSubtype="4">
                                  <p:stCondLst>
                                    <p:cond delay="0"/>
                                  </p:stCondLst>
                                  <p:childTnLst>
                                    <p:set>
                                      <p:cBhvr>
                                        <p:cTn dur="1" fill="hold">
                                          <p:stCondLst>
                                            <p:cond delay="0"/>
                                          </p:stCondLst>
                                        </p:cTn>
                                        <p:tgtEl>
                                          <p:spTgt spid="176">
                                            <p:txEl>
                                              <p:pRg end="2" st="2"/>
                                            </p:txEl>
                                          </p:spTgt>
                                        </p:tgtEl>
                                        <p:attrNameLst>
                                          <p:attrName>style.visibility</p:attrName>
                                        </p:attrNameLst>
                                      </p:cBhvr>
                                      <p:to>
                                        <p:strVal val="visible"/>
                                      </p:to>
                                    </p:set>
                                    <p:anim calcmode="lin" valueType="num">
                                      <p:cBhvr additive="base">
                                        <p:cTn dur="2000"/>
                                        <p:tgtEl>
                                          <p:spTgt spid="176">
                                            <p:txEl>
                                              <p:pRg end="2" st="2"/>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6000"/>
                            </p:stCondLst>
                            <p:childTnLst>
                              <p:par>
                                <p:cTn fill="hold" nodeType="afterEffect" presetClass="entr" presetID="2" presetSubtype="4">
                                  <p:stCondLst>
                                    <p:cond delay="0"/>
                                  </p:stCondLst>
                                  <p:childTnLst>
                                    <p:set>
                                      <p:cBhvr>
                                        <p:cTn dur="1" fill="hold">
                                          <p:stCondLst>
                                            <p:cond delay="0"/>
                                          </p:stCondLst>
                                        </p:cTn>
                                        <p:tgtEl>
                                          <p:spTgt spid="176">
                                            <p:txEl>
                                              <p:pRg end="3" st="3"/>
                                            </p:txEl>
                                          </p:spTgt>
                                        </p:tgtEl>
                                        <p:attrNameLst>
                                          <p:attrName>style.visibility</p:attrName>
                                        </p:attrNameLst>
                                      </p:cBhvr>
                                      <p:to>
                                        <p:strVal val="visible"/>
                                      </p:to>
                                    </p:set>
                                    <p:anim calcmode="lin" valueType="num">
                                      <p:cBhvr additive="base">
                                        <p:cTn dur="2000"/>
                                        <p:tgtEl>
                                          <p:spTgt spid="176">
                                            <p:txEl>
                                              <p:pRg end="3" st="3"/>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8000"/>
                            </p:stCondLst>
                            <p:childTnLst>
                              <p:par>
                                <p:cTn fill="hold" nodeType="afterEffect" presetClass="entr" presetID="2" presetSubtype="4">
                                  <p:stCondLst>
                                    <p:cond delay="0"/>
                                  </p:stCondLst>
                                  <p:childTnLst>
                                    <p:set>
                                      <p:cBhvr>
                                        <p:cTn dur="1" fill="hold">
                                          <p:stCondLst>
                                            <p:cond delay="0"/>
                                          </p:stCondLst>
                                        </p:cTn>
                                        <p:tgtEl>
                                          <p:spTgt spid="176">
                                            <p:txEl>
                                              <p:pRg end="4" st="4"/>
                                            </p:txEl>
                                          </p:spTgt>
                                        </p:tgtEl>
                                        <p:attrNameLst>
                                          <p:attrName>style.visibility</p:attrName>
                                        </p:attrNameLst>
                                      </p:cBhvr>
                                      <p:to>
                                        <p:strVal val="visible"/>
                                      </p:to>
                                    </p:set>
                                    <p:anim calcmode="lin" valueType="num">
                                      <p:cBhvr additive="base">
                                        <p:cTn dur="2000"/>
                                        <p:tgtEl>
                                          <p:spTgt spid="176">
                                            <p:txEl>
                                              <p:pRg end="4" st="4"/>
                                            </p:txEl>
                                          </p:spTgt>
                                        </p:tgtEl>
                                        <p:attrNameLst>
                                          <p:attrName>ppt_y</p:attrName>
                                        </p:attrNameLst>
                                      </p:cBhvr>
                                      <p:tavLst>
                                        <p:tav fmla="" tm="0">
                                          <p:val>
                                            <p:strVal val="#ppt_y+1"/>
                                          </p:val>
                                        </p:tav>
                                        <p:tav fmla="" tm="100000">
                                          <p:val>
                                            <p:strVal val="#ppt_y"/>
                                          </p:val>
                                        </p:tav>
                                      </p:tavLst>
                                    </p:anim>
                                  </p:childTnLst>
                                </p:cTn>
                              </p:par>
                            </p:childTnLst>
                          </p:cTn>
                        </p:par>
                        <p:par>
                          <p:cTn fill="hold">
                            <p:stCondLst>
                              <p:cond delay="10000"/>
                            </p:stCondLst>
                            <p:childTnLst>
                              <p:par>
                                <p:cTn fill="hold" nodeType="afterEffect" presetClass="entr" presetID="2" presetSubtype="4">
                                  <p:stCondLst>
                                    <p:cond delay="0"/>
                                  </p:stCondLst>
                                  <p:childTnLst>
                                    <p:set>
                                      <p:cBhvr>
                                        <p:cTn dur="1" fill="hold">
                                          <p:stCondLst>
                                            <p:cond delay="0"/>
                                          </p:stCondLst>
                                        </p:cTn>
                                        <p:tgtEl>
                                          <p:spTgt spid="176">
                                            <p:txEl>
                                              <p:pRg end="5" st="5"/>
                                            </p:txEl>
                                          </p:spTgt>
                                        </p:tgtEl>
                                        <p:attrNameLst>
                                          <p:attrName>style.visibility</p:attrName>
                                        </p:attrNameLst>
                                      </p:cBhvr>
                                      <p:to>
                                        <p:strVal val="visible"/>
                                      </p:to>
                                    </p:set>
                                    <p:anim calcmode="lin" valueType="num">
                                      <p:cBhvr additive="base">
                                        <p:cTn dur="2000"/>
                                        <p:tgtEl>
                                          <p:spTgt spid="176">
                                            <p:txEl>
                                              <p:pRg end="5" st="5"/>
                                            </p:txEl>
                                          </p:spTgt>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