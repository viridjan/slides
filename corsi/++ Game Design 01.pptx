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970c7f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970c7f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970c7fbf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970c7fbf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82c4edd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82c4edd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970c7fbf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970c7fbf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970c7fbf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970c7fbf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Parliamo di giochi</a:t>
            </a:r>
            <a:endParaRPr sz="2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675" y="3089825"/>
            <a:ext cx="2356200" cy="8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500" y="749013"/>
            <a:ext cx="4254600" cy="233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4" name="Google Shape;84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741425" y="548657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1513725" y="1273682"/>
            <a:ext cx="3657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Tipologie di giochi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" name="Google Shape;86;p15"/>
          <p:cNvSpPr txBox="1"/>
          <p:nvPr>
            <p:ph idx="4294967295" type="body"/>
          </p:nvPr>
        </p:nvSpPr>
        <p:spPr>
          <a:xfrm>
            <a:off x="1636350" y="1963761"/>
            <a:ext cx="3432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Videogiochi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Giochi da Tavolo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Giochi all’aperto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87" name="Google Shape;8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630863">
            <a:off x="4277425" y="2557208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5489195" y="3022019"/>
            <a:ext cx="3077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Eccezioni?</a:t>
            </a:r>
            <a:endParaRPr b="1" i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89" name="Google Shape;89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168758">
            <a:off x="6973336" y="3705482"/>
            <a:ext cx="1056870" cy="37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5" name="Google Shape;95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Microcontrollore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microcontrollore, in elettronica digitale, è un dispositivo elettronico integrato su singolo circuito elettronico, nato come evoluzione alternativa al microprocessore e utilizzato generalmente in sistemi embedded ovvero per applicazioni specifiche di controllo digitale.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9475" y="2816825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Utilizzare </a:t>
            </a:r>
            <a:r>
              <a:rPr lang="en">
                <a:solidFill>
                  <a:srgbClr val="D5A6BD"/>
                </a:solidFill>
              </a:rPr>
              <a:t>Micro:bit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Utilizzando un browser internet, apriamo il link https://makecode.microbit.org/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Il software è totalmente online.</a:t>
            </a:r>
            <a:endParaRPr b="0" sz="2400"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025" y="2205525"/>
            <a:ext cx="3565525" cy="262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00" y="1379238"/>
            <a:ext cx="5041725" cy="207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0" name="Google Shape;110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32607">
            <a:off x="308100" y="1315863"/>
            <a:ext cx="2072001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1179501" y="1903913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Eventi nei giochi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8"/>
          <p:cNvSpPr txBox="1"/>
          <p:nvPr>
            <p:ph idx="4294967295" type="body"/>
          </p:nvPr>
        </p:nvSpPr>
        <p:spPr>
          <a:xfrm>
            <a:off x="946550" y="2593988"/>
            <a:ext cx="41310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Eventi sotto controllo dei giocatori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Eventi fuori controllo dei giocatori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875" y="3555600"/>
            <a:ext cx="2356200" cy="8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4" name="Google Shape;114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630863">
            <a:off x="4222625" y="3022983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5434395" y="3487794"/>
            <a:ext cx="3077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Eccezioni?</a:t>
            </a:r>
            <a:endParaRPr b="1" i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16" name="Google Shape;116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168758">
            <a:off x="6918536" y="4171257"/>
            <a:ext cx="1056870" cy="375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5313" y="837400"/>
            <a:ext cx="3153887" cy="315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