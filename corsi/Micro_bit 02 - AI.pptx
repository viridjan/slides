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Caveat"/>
      <p:regular r:id="rId15"/>
      <p:bold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aveat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regular.fntdata"/><Relationship Id="rId16" Type="http://schemas.openxmlformats.org/officeDocument/2006/relationships/font" Target="fonts/Cave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1fd416e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1fd416e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970c7fb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970c7fb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970c7fbf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d970c7fbf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970c7fbfa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970c7fbf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847547d5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847547d5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Corso di Formazione per Docenti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Approfondimento sugli Strumenti Digitali per la Didattica 4.0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Contenuti del corso</a:t>
            </a:r>
            <a:endParaRPr sz="2400">
              <a:solidFill>
                <a:schemeClr val="accent3"/>
              </a:solidFill>
            </a:endParaRPr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Robotica Educativa: Micro:bit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225" y="1308225"/>
            <a:ext cx="3594250" cy="359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Utilizzare </a:t>
            </a:r>
            <a:r>
              <a:rPr lang="en">
                <a:solidFill>
                  <a:srgbClr val="D5A6BD"/>
                </a:solidFill>
              </a:rPr>
              <a:t>Micro:bit Create AI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/>
              <a:t>Utilizzando un browser internet, apriamo il link </a:t>
            </a:r>
            <a:r>
              <a:rPr b="0" lang="en" sz="2400"/>
              <a:t>https://createai.microbit.org/</a:t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/>
              <a:t>Il software è totalmente online.</a:t>
            </a:r>
            <a:endParaRPr b="0" sz="2400"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425" y="3077050"/>
            <a:ext cx="3965574" cy="206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888" y="162725"/>
            <a:ext cx="5041725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2" name="Google Shape;92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85275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820420" y="687400"/>
            <a:ext cx="4183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Micro:bit CreateAI 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IDE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4" name="Google Shape;94;p16"/>
          <p:cNvSpPr txBox="1"/>
          <p:nvPr>
            <p:ph idx="4294967295" type="body"/>
          </p:nvPr>
        </p:nvSpPr>
        <p:spPr>
          <a:xfrm>
            <a:off x="846676" y="1360025"/>
            <a:ext cx="4131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Clicchiamo sul pulsante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New Session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6651" y="2571743"/>
            <a:ext cx="3734376" cy="1541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7006" y="1057726"/>
            <a:ext cx="6133898" cy="345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648" y="162725"/>
            <a:ext cx="255330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2" name="Google Shape;102;p17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1243150" y="10007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178649" y="687400"/>
            <a:ext cx="25533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Micro:bit IDE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4" name="Google Shape;104;p17"/>
          <p:cNvSpPr txBox="1"/>
          <p:nvPr>
            <p:ph idx="4294967295" type="body"/>
          </p:nvPr>
        </p:nvSpPr>
        <p:spPr>
          <a:xfrm>
            <a:off x="461999" y="1377475"/>
            <a:ext cx="19866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Azioni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Rappresentazione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Record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Samples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Live data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Aggiungi azione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Train model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Salva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524350" y="1489127"/>
            <a:ext cx="5823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1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descr="Piece of duct tape sticking a note to the slide" id="106" name="Google Shape;106;p17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54828">
            <a:off x="101000" y="426625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2836988" y="2043227"/>
            <a:ext cx="5823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2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4366625" y="1859852"/>
            <a:ext cx="5823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3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5612800" y="1859852"/>
            <a:ext cx="5823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4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5273975" y="3771452"/>
            <a:ext cx="5823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5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3094750" y="3146652"/>
            <a:ext cx="5823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6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8006450" y="3146652"/>
            <a:ext cx="5823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7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7329225" y="613352"/>
            <a:ext cx="5823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8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